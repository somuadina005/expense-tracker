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2" r:id="rId1"/>
  </p:sldMasterIdLst>
  <p:sldIdLst>
    <p:sldId id="280" r:id="rId2"/>
    <p:sldId id="257" r:id="rId3"/>
    <p:sldId id="258" r:id="rId4"/>
    <p:sldId id="259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60" r:id="rId13"/>
    <p:sldId id="278" r:id="rId14"/>
    <p:sldId id="269" r:id="rId15"/>
  </p:sldIdLst>
  <p:sldSz cx="18288000" cy="10287000"/>
  <p:notesSz cx="6858000" cy="9144000"/>
  <p:embeddedFontLst>
    <p:embeddedFont>
      <p:font typeface="Canva Sans" panose="020B0604020202020204" charset="0"/>
      <p:regular r:id="rId16"/>
    </p:embeddedFont>
    <p:embeddedFont>
      <p:font typeface="Public Sans Bold" panose="020B0604020202020204" charset="0"/>
      <p:regular r:id="rId17"/>
    </p:embeddedFont>
    <p:embeddedFont>
      <p:font typeface="Tw Cen MT" panose="020B0602020104020603" pitchFamily="34" charset="0"/>
      <p:regular r:id="rId18"/>
      <p:bold r:id="rId19"/>
      <p:italic r:id="rId20"/>
      <p:boldItalic r:id="rId21"/>
    </p:embeddedFont>
    <p:embeddedFont>
      <p:font typeface="Tw Cen MT Condensed" panose="020B0606020104020203" pitchFamily="34" charset="0"/>
      <p:regular r:id="rId22"/>
      <p:bold r:id="rId23"/>
    </p:embeddedFont>
    <p:embeddedFont>
      <p:font typeface="Wingdings 3" panose="05040102010807070707" pitchFamily="18" charset="2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AF4472-0CBD-4FAC-AEBC-27D3ACAEDF9B}" v="10" dt="2026-06-08T18:12:39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68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AEC3FD-3641-4632-A76D-035B45B79AAD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97A7B06-8BB6-476A-911A-A26308647540}">
      <dgm:prSet/>
      <dgm:spPr/>
      <dgm:t>
        <a:bodyPr/>
        <a:lstStyle/>
        <a:p>
          <a:r>
            <a:rPr lang="en-US"/>
            <a:t>Personal expense tracking system</a:t>
          </a:r>
        </a:p>
      </dgm:t>
    </dgm:pt>
    <dgm:pt modelId="{D8E02C8A-DD16-4142-B726-52A5E63C95CD}" type="parTrans" cxnId="{39FFAC65-18F7-435D-A840-F2BB2AC2E132}">
      <dgm:prSet/>
      <dgm:spPr/>
      <dgm:t>
        <a:bodyPr/>
        <a:lstStyle/>
        <a:p>
          <a:endParaRPr lang="en-US"/>
        </a:p>
      </dgm:t>
    </dgm:pt>
    <dgm:pt modelId="{351651F2-3AC9-4613-B11E-FA46F5B7CA43}" type="sibTrans" cxnId="{39FFAC65-18F7-435D-A840-F2BB2AC2E132}">
      <dgm:prSet/>
      <dgm:spPr/>
      <dgm:t>
        <a:bodyPr/>
        <a:lstStyle/>
        <a:p>
          <a:endParaRPr lang="en-US"/>
        </a:p>
      </dgm:t>
    </dgm:pt>
    <dgm:pt modelId="{70DF805C-D069-41D0-A20B-0FE338C1AFC8}">
      <dgm:prSet/>
      <dgm:spPr/>
      <dgm:t>
        <a:bodyPr/>
        <a:lstStyle/>
        <a:p>
          <a:r>
            <a:rPr lang="en-US"/>
            <a:t>Add and manage expenses</a:t>
          </a:r>
        </a:p>
      </dgm:t>
    </dgm:pt>
    <dgm:pt modelId="{FDAF5CCC-AD31-4A68-B6D6-6926BCE23E5E}" type="parTrans" cxnId="{E4A426E2-7157-4B0C-B1E5-F086802922A7}">
      <dgm:prSet/>
      <dgm:spPr/>
      <dgm:t>
        <a:bodyPr/>
        <a:lstStyle/>
        <a:p>
          <a:endParaRPr lang="en-US"/>
        </a:p>
      </dgm:t>
    </dgm:pt>
    <dgm:pt modelId="{E576719A-9793-48A6-A7B9-63E792177806}" type="sibTrans" cxnId="{E4A426E2-7157-4B0C-B1E5-F086802922A7}">
      <dgm:prSet/>
      <dgm:spPr/>
      <dgm:t>
        <a:bodyPr/>
        <a:lstStyle/>
        <a:p>
          <a:endParaRPr lang="en-US"/>
        </a:p>
      </dgm:t>
    </dgm:pt>
    <dgm:pt modelId="{21FB2843-AFCB-43D7-93EC-CDFC31C1C235}">
      <dgm:prSet/>
      <dgm:spPr/>
      <dgm:t>
        <a:bodyPr/>
        <a:lstStyle/>
        <a:p>
          <a:r>
            <a:rPr lang="en-US"/>
            <a:t>Analyze spending habits</a:t>
          </a:r>
        </a:p>
      </dgm:t>
    </dgm:pt>
    <dgm:pt modelId="{F2B5236C-03C4-433D-9D2B-5625FE7CB5F4}" type="parTrans" cxnId="{491B904E-92EB-492E-A705-9AF22FE8AB6B}">
      <dgm:prSet/>
      <dgm:spPr/>
      <dgm:t>
        <a:bodyPr/>
        <a:lstStyle/>
        <a:p>
          <a:endParaRPr lang="en-US"/>
        </a:p>
      </dgm:t>
    </dgm:pt>
    <dgm:pt modelId="{FFC32583-7FB4-4443-9825-A356089F0A59}" type="sibTrans" cxnId="{491B904E-92EB-492E-A705-9AF22FE8AB6B}">
      <dgm:prSet/>
      <dgm:spPr/>
      <dgm:t>
        <a:bodyPr/>
        <a:lstStyle/>
        <a:p>
          <a:endParaRPr lang="en-US"/>
        </a:p>
      </dgm:t>
    </dgm:pt>
    <dgm:pt modelId="{E76E1DB6-EF39-46D2-A8C2-9F4911C69024}">
      <dgm:prSet/>
      <dgm:spPr/>
      <dgm:t>
        <a:bodyPr/>
        <a:lstStyle/>
        <a:p>
          <a:r>
            <a:rPr lang="en-US"/>
            <a:t>Interactive dashboard</a:t>
          </a:r>
        </a:p>
      </dgm:t>
    </dgm:pt>
    <dgm:pt modelId="{257F45EA-5DEA-42D5-87A8-BE805D072DA9}" type="parTrans" cxnId="{F081ED9A-2FEF-4A83-8999-579F38E63451}">
      <dgm:prSet/>
      <dgm:spPr/>
      <dgm:t>
        <a:bodyPr/>
        <a:lstStyle/>
        <a:p>
          <a:endParaRPr lang="en-US"/>
        </a:p>
      </dgm:t>
    </dgm:pt>
    <dgm:pt modelId="{12C6DCFF-316F-42E5-AF17-4A35AB7BA8FD}" type="sibTrans" cxnId="{F081ED9A-2FEF-4A83-8999-579F38E63451}">
      <dgm:prSet/>
      <dgm:spPr/>
      <dgm:t>
        <a:bodyPr/>
        <a:lstStyle/>
        <a:p>
          <a:endParaRPr lang="en-US"/>
        </a:p>
      </dgm:t>
    </dgm:pt>
    <dgm:pt modelId="{F56FE4BA-519F-4AB1-8166-38F4A17980DE}">
      <dgm:prSet/>
      <dgm:spPr/>
      <dgm:t>
        <a:bodyPr/>
        <a:lstStyle/>
        <a:p>
          <a:r>
            <a:rPr lang="en-US"/>
            <a:t>Persistent data storage</a:t>
          </a:r>
        </a:p>
      </dgm:t>
    </dgm:pt>
    <dgm:pt modelId="{2343BCBA-FC0F-4A88-BE47-355E2C2DE496}" type="parTrans" cxnId="{F6009ECF-B58F-451E-9FFB-733E85B9D19E}">
      <dgm:prSet/>
      <dgm:spPr/>
      <dgm:t>
        <a:bodyPr/>
        <a:lstStyle/>
        <a:p>
          <a:endParaRPr lang="en-US"/>
        </a:p>
      </dgm:t>
    </dgm:pt>
    <dgm:pt modelId="{B31181F8-0BA7-4A91-9C08-8BE490F4A430}" type="sibTrans" cxnId="{F6009ECF-B58F-451E-9FFB-733E85B9D19E}">
      <dgm:prSet/>
      <dgm:spPr/>
      <dgm:t>
        <a:bodyPr/>
        <a:lstStyle/>
        <a:p>
          <a:endParaRPr lang="en-US"/>
        </a:p>
      </dgm:t>
    </dgm:pt>
    <dgm:pt modelId="{81715F59-A6FF-4162-AC09-24E1BD5749F4}" type="pres">
      <dgm:prSet presAssocID="{8DAEC3FD-3641-4632-A76D-035B45B79AAD}" presName="linear" presStyleCnt="0">
        <dgm:presLayoutVars>
          <dgm:dir/>
          <dgm:animLvl val="lvl"/>
          <dgm:resizeHandles val="exact"/>
        </dgm:presLayoutVars>
      </dgm:prSet>
      <dgm:spPr/>
    </dgm:pt>
    <dgm:pt modelId="{B4C21E3D-24FA-4096-9478-9BE2D9B571C5}" type="pres">
      <dgm:prSet presAssocID="{597A7B06-8BB6-476A-911A-A26308647540}" presName="parentLin" presStyleCnt="0"/>
      <dgm:spPr/>
    </dgm:pt>
    <dgm:pt modelId="{96280519-E326-4590-BBBA-C0510575CC47}" type="pres">
      <dgm:prSet presAssocID="{597A7B06-8BB6-476A-911A-A26308647540}" presName="parentLeftMargin" presStyleLbl="node1" presStyleIdx="0" presStyleCnt="5"/>
      <dgm:spPr/>
    </dgm:pt>
    <dgm:pt modelId="{FB47229B-BE3A-4501-A614-650C573E5E8F}" type="pres">
      <dgm:prSet presAssocID="{597A7B06-8BB6-476A-911A-A2630864754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DF9A649-806B-4C13-BD22-2B4A730F2B5C}" type="pres">
      <dgm:prSet presAssocID="{597A7B06-8BB6-476A-911A-A26308647540}" presName="negativeSpace" presStyleCnt="0"/>
      <dgm:spPr/>
    </dgm:pt>
    <dgm:pt modelId="{0575A9D6-9CE6-4536-A90A-D8631D4B881C}" type="pres">
      <dgm:prSet presAssocID="{597A7B06-8BB6-476A-911A-A26308647540}" presName="childText" presStyleLbl="conFgAcc1" presStyleIdx="0" presStyleCnt="5">
        <dgm:presLayoutVars>
          <dgm:bulletEnabled val="1"/>
        </dgm:presLayoutVars>
      </dgm:prSet>
      <dgm:spPr/>
    </dgm:pt>
    <dgm:pt modelId="{DEBB3669-DFD2-41E0-A195-B1CFF0E85EDC}" type="pres">
      <dgm:prSet presAssocID="{351651F2-3AC9-4613-B11E-FA46F5B7CA43}" presName="spaceBetweenRectangles" presStyleCnt="0"/>
      <dgm:spPr/>
    </dgm:pt>
    <dgm:pt modelId="{95E6FE4F-5100-43AB-89E4-6F8BC9E93679}" type="pres">
      <dgm:prSet presAssocID="{70DF805C-D069-41D0-A20B-0FE338C1AFC8}" presName="parentLin" presStyleCnt="0"/>
      <dgm:spPr/>
    </dgm:pt>
    <dgm:pt modelId="{4EE6FAE8-1625-45A7-949D-501A4742AF91}" type="pres">
      <dgm:prSet presAssocID="{70DF805C-D069-41D0-A20B-0FE338C1AFC8}" presName="parentLeftMargin" presStyleLbl="node1" presStyleIdx="0" presStyleCnt="5"/>
      <dgm:spPr/>
    </dgm:pt>
    <dgm:pt modelId="{7A388F86-9754-4F75-9929-AE14E095EDE0}" type="pres">
      <dgm:prSet presAssocID="{70DF805C-D069-41D0-A20B-0FE338C1AFC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9F8413E-0FEC-4F2F-8164-DA1FF28B4894}" type="pres">
      <dgm:prSet presAssocID="{70DF805C-D069-41D0-A20B-0FE338C1AFC8}" presName="negativeSpace" presStyleCnt="0"/>
      <dgm:spPr/>
    </dgm:pt>
    <dgm:pt modelId="{553347CC-6C65-4287-9E8B-1940E15099E4}" type="pres">
      <dgm:prSet presAssocID="{70DF805C-D069-41D0-A20B-0FE338C1AFC8}" presName="childText" presStyleLbl="conFgAcc1" presStyleIdx="1" presStyleCnt="5">
        <dgm:presLayoutVars>
          <dgm:bulletEnabled val="1"/>
        </dgm:presLayoutVars>
      </dgm:prSet>
      <dgm:spPr/>
    </dgm:pt>
    <dgm:pt modelId="{1E32173A-ABEC-4548-9FBF-EFCFB57B6AE9}" type="pres">
      <dgm:prSet presAssocID="{E576719A-9793-48A6-A7B9-63E792177806}" presName="spaceBetweenRectangles" presStyleCnt="0"/>
      <dgm:spPr/>
    </dgm:pt>
    <dgm:pt modelId="{E250F315-4B8A-426F-BA41-9EBF1CE0E03A}" type="pres">
      <dgm:prSet presAssocID="{21FB2843-AFCB-43D7-93EC-CDFC31C1C235}" presName="parentLin" presStyleCnt="0"/>
      <dgm:spPr/>
    </dgm:pt>
    <dgm:pt modelId="{A525C6F0-5B26-4181-8B8F-DFEBA2266282}" type="pres">
      <dgm:prSet presAssocID="{21FB2843-AFCB-43D7-93EC-CDFC31C1C235}" presName="parentLeftMargin" presStyleLbl="node1" presStyleIdx="1" presStyleCnt="5"/>
      <dgm:spPr/>
    </dgm:pt>
    <dgm:pt modelId="{DA359279-E79A-4996-8A7F-C0C26C75935E}" type="pres">
      <dgm:prSet presAssocID="{21FB2843-AFCB-43D7-93EC-CDFC31C1C23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7931C62-7B31-4D0D-AA5A-01A1CACE9062}" type="pres">
      <dgm:prSet presAssocID="{21FB2843-AFCB-43D7-93EC-CDFC31C1C235}" presName="negativeSpace" presStyleCnt="0"/>
      <dgm:spPr/>
    </dgm:pt>
    <dgm:pt modelId="{D97FA9A5-982A-4A32-B589-FB56CD6D4CAA}" type="pres">
      <dgm:prSet presAssocID="{21FB2843-AFCB-43D7-93EC-CDFC31C1C235}" presName="childText" presStyleLbl="conFgAcc1" presStyleIdx="2" presStyleCnt="5">
        <dgm:presLayoutVars>
          <dgm:bulletEnabled val="1"/>
        </dgm:presLayoutVars>
      </dgm:prSet>
      <dgm:spPr/>
    </dgm:pt>
    <dgm:pt modelId="{4974FA94-C454-4412-ADF6-2F89A516CF75}" type="pres">
      <dgm:prSet presAssocID="{FFC32583-7FB4-4443-9825-A356089F0A59}" presName="spaceBetweenRectangles" presStyleCnt="0"/>
      <dgm:spPr/>
    </dgm:pt>
    <dgm:pt modelId="{72604DA9-A435-4D08-9CEF-714670F55BAB}" type="pres">
      <dgm:prSet presAssocID="{E76E1DB6-EF39-46D2-A8C2-9F4911C69024}" presName="parentLin" presStyleCnt="0"/>
      <dgm:spPr/>
    </dgm:pt>
    <dgm:pt modelId="{D62B8D5B-02F7-4C0F-A414-E9F6135A8B04}" type="pres">
      <dgm:prSet presAssocID="{E76E1DB6-EF39-46D2-A8C2-9F4911C69024}" presName="parentLeftMargin" presStyleLbl="node1" presStyleIdx="2" presStyleCnt="5"/>
      <dgm:spPr/>
    </dgm:pt>
    <dgm:pt modelId="{AAA740B3-CD21-4CED-B15F-0B5E49F6CC10}" type="pres">
      <dgm:prSet presAssocID="{E76E1DB6-EF39-46D2-A8C2-9F4911C6902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FC7AE9C-CE36-4BB7-9492-4D6AEC69EE8E}" type="pres">
      <dgm:prSet presAssocID="{E76E1DB6-EF39-46D2-A8C2-9F4911C69024}" presName="negativeSpace" presStyleCnt="0"/>
      <dgm:spPr/>
    </dgm:pt>
    <dgm:pt modelId="{A2D42C04-D8D8-4A70-BD17-049F1BE28D57}" type="pres">
      <dgm:prSet presAssocID="{E76E1DB6-EF39-46D2-A8C2-9F4911C69024}" presName="childText" presStyleLbl="conFgAcc1" presStyleIdx="3" presStyleCnt="5">
        <dgm:presLayoutVars>
          <dgm:bulletEnabled val="1"/>
        </dgm:presLayoutVars>
      </dgm:prSet>
      <dgm:spPr/>
    </dgm:pt>
    <dgm:pt modelId="{732C73B1-52CD-4C4E-8872-6ED99CC07D34}" type="pres">
      <dgm:prSet presAssocID="{12C6DCFF-316F-42E5-AF17-4A35AB7BA8FD}" presName="spaceBetweenRectangles" presStyleCnt="0"/>
      <dgm:spPr/>
    </dgm:pt>
    <dgm:pt modelId="{1A20F659-32D3-4EB0-848E-ABD64638DDAF}" type="pres">
      <dgm:prSet presAssocID="{F56FE4BA-519F-4AB1-8166-38F4A17980DE}" presName="parentLin" presStyleCnt="0"/>
      <dgm:spPr/>
    </dgm:pt>
    <dgm:pt modelId="{0DC9D485-9A89-4B70-BFE1-CD7D83AB33FA}" type="pres">
      <dgm:prSet presAssocID="{F56FE4BA-519F-4AB1-8166-38F4A17980DE}" presName="parentLeftMargin" presStyleLbl="node1" presStyleIdx="3" presStyleCnt="5"/>
      <dgm:spPr/>
    </dgm:pt>
    <dgm:pt modelId="{DA939F75-F8EE-4DE1-9C42-C8C04E3221B2}" type="pres">
      <dgm:prSet presAssocID="{F56FE4BA-519F-4AB1-8166-38F4A17980DE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C4B7E85-3CE4-4DC9-ADD9-84AD55E76232}" type="pres">
      <dgm:prSet presAssocID="{F56FE4BA-519F-4AB1-8166-38F4A17980DE}" presName="negativeSpace" presStyleCnt="0"/>
      <dgm:spPr/>
    </dgm:pt>
    <dgm:pt modelId="{E80A081D-CED0-4060-85D0-848AA50C3E2B}" type="pres">
      <dgm:prSet presAssocID="{F56FE4BA-519F-4AB1-8166-38F4A17980DE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382760B-9659-4316-A8AD-0E823C71DDAD}" type="presOf" srcId="{597A7B06-8BB6-476A-911A-A26308647540}" destId="{FB47229B-BE3A-4501-A614-650C573E5E8F}" srcOrd="1" destOrd="0" presId="urn:microsoft.com/office/officeart/2005/8/layout/list1"/>
    <dgm:cxn modelId="{BEC4CA36-B35C-4AA0-B8EA-BAB07C55970E}" type="presOf" srcId="{E76E1DB6-EF39-46D2-A8C2-9F4911C69024}" destId="{D62B8D5B-02F7-4C0F-A414-E9F6135A8B04}" srcOrd="0" destOrd="0" presId="urn:microsoft.com/office/officeart/2005/8/layout/list1"/>
    <dgm:cxn modelId="{C8EC815D-0CB0-4CCE-B3DB-61C0DADD7358}" type="presOf" srcId="{F56FE4BA-519F-4AB1-8166-38F4A17980DE}" destId="{DA939F75-F8EE-4DE1-9C42-C8C04E3221B2}" srcOrd="1" destOrd="0" presId="urn:microsoft.com/office/officeart/2005/8/layout/list1"/>
    <dgm:cxn modelId="{2FB03262-AD6E-4B4B-9FCC-0A4425479EFE}" type="presOf" srcId="{70DF805C-D069-41D0-A20B-0FE338C1AFC8}" destId="{4EE6FAE8-1625-45A7-949D-501A4742AF91}" srcOrd="0" destOrd="0" presId="urn:microsoft.com/office/officeart/2005/8/layout/list1"/>
    <dgm:cxn modelId="{39FFAC65-18F7-435D-A840-F2BB2AC2E132}" srcId="{8DAEC3FD-3641-4632-A76D-035B45B79AAD}" destId="{597A7B06-8BB6-476A-911A-A26308647540}" srcOrd="0" destOrd="0" parTransId="{D8E02C8A-DD16-4142-B726-52A5E63C95CD}" sibTransId="{351651F2-3AC9-4613-B11E-FA46F5B7CA43}"/>
    <dgm:cxn modelId="{AF8EEA4A-7473-4AB5-88FB-8DC69C0E8137}" type="presOf" srcId="{8DAEC3FD-3641-4632-A76D-035B45B79AAD}" destId="{81715F59-A6FF-4162-AC09-24E1BD5749F4}" srcOrd="0" destOrd="0" presId="urn:microsoft.com/office/officeart/2005/8/layout/list1"/>
    <dgm:cxn modelId="{491B904E-92EB-492E-A705-9AF22FE8AB6B}" srcId="{8DAEC3FD-3641-4632-A76D-035B45B79AAD}" destId="{21FB2843-AFCB-43D7-93EC-CDFC31C1C235}" srcOrd="2" destOrd="0" parTransId="{F2B5236C-03C4-433D-9D2B-5625FE7CB5F4}" sibTransId="{FFC32583-7FB4-4443-9825-A356089F0A59}"/>
    <dgm:cxn modelId="{877E6274-46F4-4D8C-85F5-5720C2A1B94C}" type="presOf" srcId="{597A7B06-8BB6-476A-911A-A26308647540}" destId="{96280519-E326-4590-BBBA-C0510575CC47}" srcOrd="0" destOrd="0" presId="urn:microsoft.com/office/officeart/2005/8/layout/list1"/>
    <dgm:cxn modelId="{200A8E79-7BCB-4B00-93AC-5B5B2538B998}" type="presOf" srcId="{E76E1DB6-EF39-46D2-A8C2-9F4911C69024}" destId="{AAA740B3-CD21-4CED-B15F-0B5E49F6CC10}" srcOrd="1" destOrd="0" presId="urn:microsoft.com/office/officeart/2005/8/layout/list1"/>
    <dgm:cxn modelId="{E7012F7B-AD60-4554-80F5-B596D7C4DA17}" type="presOf" srcId="{70DF805C-D069-41D0-A20B-0FE338C1AFC8}" destId="{7A388F86-9754-4F75-9929-AE14E095EDE0}" srcOrd="1" destOrd="0" presId="urn:microsoft.com/office/officeart/2005/8/layout/list1"/>
    <dgm:cxn modelId="{F081ED9A-2FEF-4A83-8999-579F38E63451}" srcId="{8DAEC3FD-3641-4632-A76D-035B45B79AAD}" destId="{E76E1DB6-EF39-46D2-A8C2-9F4911C69024}" srcOrd="3" destOrd="0" parTransId="{257F45EA-5DEA-42D5-87A8-BE805D072DA9}" sibTransId="{12C6DCFF-316F-42E5-AF17-4A35AB7BA8FD}"/>
    <dgm:cxn modelId="{5696D6C4-0A8F-4CB7-B3BB-663D7096D1C5}" type="presOf" srcId="{F56FE4BA-519F-4AB1-8166-38F4A17980DE}" destId="{0DC9D485-9A89-4B70-BFE1-CD7D83AB33FA}" srcOrd="0" destOrd="0" presId="urn:microsoft.com/office/officeart/2005/8/layout/list1"/>
    <dgm:cxn modelId="{E9C15DC9-CEF3-48D3-A0E4-C63D50D06939}" type="presOf" srcId="{21FB2843-AFCB-43D7-93EC-CDFC31C1C235}" destId="{A525C6F0-5B26-4181-8B8F-DFEBA2266282}" srcOrd="0" destOrd="0" presId="urn:microsoft.com/office/officeart/2005/8/layout/list1"/>
    <dgm:cxn modelId="{F6009ECF-B58F-451E-9FFB-733E85B9D19E}" srcId="{8DAEC3FD-3641-4632-A76D-035B45B79AAD}" destId="{F56FE4BA-519F-4AB1-8166-38F4A17980DE}" srcOrd="4" destOrd="0" parTransId="{2343BCBA-FC0F-4A88-BE47-355E2C2DE496}" sibTransId="{B31181F8-0BA7-4A91-9C08-8BE490F4A430}"/>
    <dgm:cxn modelId="{E4A426E2-7157-4B0C-B1E5-F086802922A7}" srcId="{8DAEC3FD-3641-4632-A76D-035B45B79AAD}" destId="{70DF805C-D069-41D0-A20B-0FE338C1AFC8}" srcOrd="1" destOrd="0" parTransId="{FDAF5CCC-AD31-4A68-B6D6-6926BCE23E5E}" sibTransId="{E576719A-9793-48A6-A7B9-63E792177806}"/>
    <dgm:cxn modelId="{9E1DD8F2-47ED-451D-9AB0-64A7D26AA07E}" type="presOf" srcId="{21FB2843-AFCB-43D7-93EC-CDFC31C1C235}" destId="{DA359279-E79A-4996-8A7F-C0C26C75935E}" srcOrd="1" destOrd="0" presId="urn:microsoft.com/office/officeart/2005/8/layout/list1"/>
    <dgm:cxn modelId="{DF4E55E3-F03B-418A-8BAA-9CD356C919A1}" type="presParOf" srcId="{81715F59-A6FF-4162-AC09-24E1BD5749F4}" destId="{B4C21E3D-24FA-4096-9478-9BE2D9B571C5}" srcOrd="0" destOrd="0" presId="urn:microsoft.com/office/officeart/2005/8/layout/list1"/>
    <dgm:cxn modelId="{D904020A-2DE2-4AFE-9925-4A662605E2D4}" type="presParOf" srcId="{B4C21E3D-24FA-4096-9478-9BE2D9B571C5}" destId="{96280519-E326-4590-BBBA-C0510575CC47}" srcOrd="0" destOrd="0" presId="urn:microsoft.com/office/officeart/2005/8/layout/list1"/>
    <dgm:cxn modelId="{F77BF54E-5B11-4841-A91B-C0CC660004A6}" type="presParOf" srcId="{B4C21E3D-24FA-4096-9478-9BE2D9B571C5}" destId="{FB47229B-BE3A-4501-A614-650C573E5E8F}" srcOrd="1" destOrd="0" presId="urn:microsoft.com/office/officeart/2005/8/layout/list1"/>
    <dgm:cxn modelId="{94D81CCE-7EB3-4BF9-8EFD-299B5BDF8313}" type="presParOf" srcId="{81715F59-A6FF-4162-AC09-24E1BD5749F4}" destId="{ADF9A649-806B-4C13-BD22-2B4A730F2B5C}" srcOrd="1" destOrd="0" presId="urn:microsoft.com/office/officeart/2005/8/layout/list1"/>
    <dgm:cxn modelId="{551CE9ED-3AF3-4193-9AA7-A97894757960}" type="presParOf" srcId="{81715F59-A6FF-4162-AC09-24E1BD5749F4}" destId="{0575A9D6-9CE6-4536-A90A-D8631D4B881C}" srcOrd="2" destOrd="0" presId="urn:microsoft.com/office/officeart/2005/8/layout/list1"/>
    <dgm:cxn modelId="{DECF43D0-C314-467B-8138-1D06916CE427}" type="presParOf" srcId="{81715F59-A6FF-4162-AC09-24E1BD5749F4}" destId="{DEBB3669-DFD2-41E0-A195-B1CFF0E85EDC}" srcOrd="3" destOrd="0" presId="urn:microsoft.com/office/officeart/2005/8/layout/list1"/>
    <dgm:cxn modelId="{7A643151-CC28-4969-9318-B7E342977963}" type="presParOf" srcId="{81715F59-A6FF-4162-AC09-24E1BD5749F4}" destId="{95E6FE4F-5100-43AB-89E4-6F8BC9E93679}" srcOrd="4" destOrd="0" presId="urn:microsoft.com/office/officeart/2005/8/layout/list1"/>
    <dgm:cxn modelId="{F0537C28-4273-4C88-BB83-25297BB2FFDF}" type="presParOf" srcId="{95E6FE4F-5100-43AB-89E4-6F8BC9E93679}" destId="{4EE6FAE8-1625-45A7-949D-501A4742AF91}" srcOrd="0" destOrd="0" presId="urn:microsoft.com/office/officeart/2005/8/layout/list1"/>
    <dgm:cxn modelId="{090715F2-A9FF-438C-A6EB-9012463BC385}" type="presParOf" srcId="{95E6FE4F-5100-43AB-89E4-6F8BC9E93679}" destId="{7A388F86-9754-4F75-9929-AE14E095EDE0}" srcOrd="1" destOrd="0" presId="urn:microsoft.com/office/officeart/2005/8/layout/list1"/>
    <dgm:cxn modelId="{E0285215-724F-4ABB-8D5C-3A375149C640}" type="presParOf" srcId="{81715F59-A6FF-4162-AC09-24E1BD5749F4}" destId="{19F8413E-0FEC-4F2F-8164-DA1FF28B4894}" srcOrd="5" destOrd="0" presId="urn:microsoft.com/office/officeart/2005/8/layout/list1"/>
    <dgm:cxn modelId="{2CAA8D75-7E55-4A29-AFC4-59000631E850}" type="presParOf" srcId="{81715F59-A6FF-4162-AC09-24E1BD5749F4}" destId="{553347CC-6C65-4287-9E8B-1940E15099E4}" srcOrd="6" destOrd="0" presId="urn:microsoft.com/office/officeart/2005/8/layout/list1"/>
    <dgm:cxn modelId="{0AB39C8C-0921-4C06-9FA5-4FF4F657AB2E}" type="presParOf" srcId="{81715F59-A6FF-4162-AC09-24E1BD5749F4}" destId="{1E32173A-ABEC-4548-9FBF-EFCFB57B6AE9}" srcOrd="7" destOrd="0" presId="urn:microsoft.com/office/officeart/2005/8/layout/list1"/>
    <dgm:cxn modelId="{FD7DFC7A-4574-46FC-9E06-CD5C227BCE0A}" type="presParOf" srcId="{81715F59-A6FF-4162-AC09-24E1BD5749F4}" destId="{E250F315-4B8A-426F-BA41-9EBF1CE0E03A}" srcOrd="8" destOrd="0" presId="urn:microsoft.com/office/officeart/2005/8/layout/list1"/>
    <dgm:cxn modelId="{744F041D-5890-4A06-A594-B28E494CD16D}" type="presParOf" srcId="{E250F315-4B8A-426F-BA41-9EBF1CE0E03A}" destId="{A525C6F0-5B26-4181-8B8F-DFEBA2266282}" srcOrd="0" destOrd="0" presId="urn:microsoft.com/office/officeart/2005/8/layout/list1"/>
    <dgm:cxn modelId="{534AFE7A-57C5-49C5-910B-4D05BFE2EFA0}" type="presParOf" srcId="{E250F315-4B8A-426F-BA41-9EBF1CE0E03A}" destId="{DA359279-E79A-4996-8A7F-C0C26C75935E}" srcOrd="1" destOrd="0" presId="urn:microsoft.com/office/officeart/2005/8/layout/list1"/>
    <dgm:cxn modelId="{80670D1E-2DD4-4186-922E-D640FF92B3B7}" type="presParOf" srcId="{81715F59-A6FF-4162-AC09-24E1BD5749F4}" destId="{27931C62-7B31-4D0D-AA5A-01A1CACE9062}" srcOrd="9" destOrd="0" presId="urn:microsoft.com/office/officeart/2005/8/layout/list1"/>
    <dgm:cxn modelId="{EE6404F2-A748-4241-97FF-9A3783F8D64B}" type="presParOf" srcId="{81715F59-A6FF-4162-AC09-24E1BD5749F4}" destId="{D97FA9A5-982A-4A32-B589-FB56CD6D4CAA}" srcOrd="10" destOrd="0" presId="urn:microsoft.com/office/officeart/2005/8/layout/list1"/>
    <dgm:cxn modelId="{BA1CED7D-1B8A-45E4-A8B6-D695BBAEBD30}" type="presParOf" srcId="{81715F59-A6FF-4162-AC09-24E1BD5749F4}" destId="{4974FA94-C454-4412-ADF6-2F89A516CF75}" srcOrd="11" destOrd="0" presId="urn:microsoft.com/office/officeart/2005/8/layout/list1"/>
    <dgm:cxn modelId="{5F5547ED-8E92-4C9E-9A92-F27C10226B06}" type="presParOf" srcId="{81715F59-A6FF-4162-AC09-24E1BD5749F4}" destId="{72604DA9-A435-4D08-9CEF-714670F55BAB}" srcOrd="12" destOrd="0" presId="urn:microsoft.com/office/officeart/2005/8/layout/list1"/>
    <dgm:cxn modelId="{0F0822B3-D70E-4A48-B225-478D6BABF2E9}" type="presParOf" srcId="{72604DA9-A435-4D08-9CEF-714670F55BAB}" destId="{D62B8D5B-02F7-4C0F-A414-E9F6135A8B04}" srcOrd="0" destOrd="0" presId="urn:microsoft.com/office/officeart/2005/8/layout/list1"/>
    <dgm:cxn modelId="{5C22C446-93BE-4DBF-8274-9C0A1A36C855}" type="presParOf" srcId="{72604DA9-A435-4D08-9CEF-714670F55BAB}" destId="{AAA740B3-CD21-4CED-B15F-0B5E49F6CC10}" srcOrd="1" destOrd="0" presId="urn:microsoft.com/office/officeart/2005/8/layout/list1"/>
    <dgm:cxn modelId="{A32326CB-7B0E-4978-BF5B-A2E20927A17C}" type="presParOf" srcId="{81715F59-A6FF-4162-AC09-24E1BD5749F4}" destId="{0FC7AE9C-CE36-4BB7-9492-4D6AEC69EE8E}" srcOrd="13" destOrd="0" presId="urn:microsoft.com/office/officeart/2005/8/layout/list1"/>
    <dgm:cxn modelId="{A88793F6-D877-44B8-953D-76F4B860AC9D}" type="presParOf" srcId="{81715F59-A6FF-4162-AC09-24E1BD5749F4}" destId="{A2D42C04-D8D8-4A70-BD17-049F1BE28D57}" srcOrd="14" destOrd="0" presId="urn:microsoft.com/office/officeart/2005/8/layout/list1"/>
    <dgm:cxn modelId="{2921318A-44A6-4868-94CA-8A4E1609CF83}" type="presParOf" srcId="{81715F59-A6FF-4162-AC09-24E1BD5749F4}" destId="{732C73B1-52CD-4C4E-8872-6ED99CC07D34}" srcOrd="15" destOrd="0" presId="urn:microsoft.com/office/officeart/2005/8/layout/list1"/>
    <dgm:cxn modelId="{C590E8F0-B9AA-4230-81C0-B9C2E49E6423}" type="presParOf" srcId="{81715F59-A6FF-4162-AC09-24E1BD5749F4}" destId="{1A20F659-32D3-4EB0-848E-ABD64638DDAF}" srcOrd="16" destOrd="0" presId="urn:microsoft.com/office/officeart/2005/8/layout/list1"/>
    <dgm:cxn modelId="{7D3B2A3A-82BB-4C9E-8408-28E0717E472D}" type="presParOf" srcId="{1A20F659-32D3-4EB0-848E-ABD64638DDAF}" destId="{0DC9D485-9A89-4B70-BFE1-CD7D83AB33FA}" srcOrd="0" destOrd="0" presId="urn:microsoft.com/office/officeart/2005/8/layout/list1"/>
    <dgm:cxn modelId="{18098237-A274-4F41-ADD0-EFFB37DC7D11}" type="presParOf" srcId="{1A20F659-32D3-4EB0-848E-ABD64638DDAF}" destId="{DA939F75-F8EE-4DE1-9C42-C8C04E3221B2}" srcOrd="1" destOrd="0" presId="urn:microsoft.com/office/officeart/2005/8/layout/list1"/>
    <dgm:cxn modelId="{FC72F877-66F1-4260-B3C0-F99213EEEB85}" type="presParOf" srcId="{81715F59-A6FF-4162-AC09-24E1BD5749F4}" destId="{5C4B7E85-3CE4-4DC9-ADD9-84AD55E76232}" srcOrd="17" destOrd="0" presId="urn:microsoft.com/office/officeart/2005/8/layout/list1"/>
    <dgm:cxn modelId="{B9CFD455-6689-4A90-BB0A-2CD62900256A}" type="presParOf" srcId="{81715F59-A6FF-4162-AC09-24E1BD5749F4}" destId="{E80A081D-CED0-4060-85D0-848AA50C3E2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46390A-B154-4243-9088-16D519F072C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4C33F95-F097-41B2-9483-58ABC6E7BD0A}">
      <dgm:prSet/>
      <dgm:spPr/>
      <dgm:t>
        <a:bodyPr/>
        <a:lstStyle/>
        <a:p>
          <a:r>
            <a:rPr lang="en-US"/>
            <a:t>✅Add expenses with category, amount, date, and description</a:t>
          </a:r>
        </a:p>
      </dgm:t>
    </dgm:pt>
    <dgm:pt modelId="{3E369FA6-DAF2-4824-96F0-2B578A02E9F6}" type="parTrans" cxnId="{43DFF34B-6AB7-4C28-BAE5-115FF6E22A13}">
      <dgm:prSet/>
      <dgm:spPr/>
      <dgm:t>
        <a:bodyPr/>
        <a:lstStyle/>
        <a:p>
          <a:endParaRPr lang="en-US"/>
        </a:p>
      </dgm:t>
    </dgm:pt>
    <dgm:pt modelId="{2FF8CF4F-CFE7-4907-8466-C59F648CDF68}" type="sibTrans" cxnId="{43DFF34B-6AB7-4C28-BAE5-115FF6E22A13}">
      <dgm:prSet/>
      <dgm:spPr/>
      <dgm:t>
        <a:bodyPr/>
        <a:lstStyle/>
        <a:p>
          <a:endParaRPr lang="en-US"/>
        </a:p>
      </dgm:t>
    </dgm:pt>
    <dgm:pt modelId="{35E459B2-489D-409B-B94C-BEC008087BB5}">
      <dgm:prSet/>
      <dgm:spPr/>
      <dgm:t>
        <a:bodyPr/>
        <a:lstStyle/>
        <a:p>
          <a:r>
            <a:rPr lang="en-US"/>
            <a:t>✅ Spending breakdown by category</a:t>
          </a:r>
        </a:p>
      </dgm:t>
    </dgm:pt>
    <dgm:pt modelId="{EF1C17E3-B085-46B1-96D6-60514D5D3CB8}" type="parTrans" cxnId="{9CDA94B8-BF57-44F0-9DBB-DB88B06E3067}">
      <dgm:prSet/>
      <dgm:spPr/>
      <dgm:t>
        <a:bodyPr/>
        <a:lstStyle/>
        <a:p>
          <a:endParaRPr lang="en-US"/>
        </a:p>
      </dgm:t>
    </dgm:pt>
    <dgm:pt modelId="{3877DFDA-60E6-4D15-ADD9-0C174E7B6B13}" type="sibTrans" cxnId="{9CDA94B8-BF57-44F0-9DBB-DB88B06E3067}">
      <dgm:prSet/>
      <dgm:spPr/>
      <dgm:t>
        <a:bodyPr/>
        <a:lstStyle/>
        <a:p>
          <a:endParaRPr lang="en-US"/>
        </a:p>
      </dgm:t>
    </dgm:pt>
    <dgm:pt modelId="{1ACC03CC-ADFA-4A82-87D4-BC8B2800325B}">
      <dgm:prSet/>
      <dgm:spPr/>
      <dgm:t>
        <a:bodyPr/>
        <a:lstStyle/>
        <a:p>
          <a:r>
            <a:rPr lang="en-US"/>
            <a:t>✅ Monthly spending trend analysis</a:t>
          </a:r>
        </a:p>
      </dgm:t>
    </dgm:pt>
    <dgm:pt modelId="{A26F4641-2FD9-4D32-B210-BBE2C8F001A6}" type="parTrans" cxnId="{08CF8770-94F2-4EFB-817A-5E69E0786A1E}">
      <dgm:prSet/>
      <dgm:spPr/>
      <dgm:t>
        <a:bodyPr/>
        <a:lstStyle/>
        <a:p>
          <a:endParaRPr lang="en-US"/>
        </a:p>
      </dgm:t>
    </dgm:pt>
    <dgm:pt modelId="{41B9B3C7-1B37-4DEB-A0DB-D356C148B803}" type="sibTrans" cxnId="{08CF8770-94F2-4EFB-817A-5E69E0786A1E}">
      <dgm:prSet/>
      <dgm:spPr/>
      <dgm:t>
        <a:bodyPr/>
        <a:lstStyle/>
        <a:p>
          <a:endParaRPr lang="en-US"/>
        </a:p>
      </dgm:t>
    </dgm:pt>
    <dgm:pt modelId="{01365685-E916-48F8-9FA4-3EEEEBF2C9CC}">
      <dgm:prSet/>
      <dgm:spPr/>
      <dgm:t>
        <a:bodyPr/>
        <a:lstStyle/>
        <a:p>
          <a:r>
            <a:rPr lang="en-US"/>
            <a:t>✅ Total expenses and expense count</a:t>
          </a:r>
        </a:p>
      </dgm:t>
    </dgm:pt>
    <dgm:pt modelId="{DF5CFFBF-28A6-4A69-9CE3-62AEA5FF7267}" type="parTrans" cxnId="{8001004F-0CAF-4FC2-9DC6-B06E05E63C71}">
      <dgm:prSet/>
      <dgm:spPr/>
      <dgm:t>
        <a:bodyPr/>
        <a:lstStyle/>
        <a:p>
          <a:endParaRPr lang="en-US"/>
        </a:p>
      </dgm:t>
    </dgm:pt>
    <dgm:pt modelId="{EA81ADBB-6804-496E-BEC8-0494E950ACAD}" type="sibTrans" cxnId="{8001004F-0CAF-4FC2-9DC6-B06E05E63C71}">
      <dgm:prSet/>
      <dgm:spPr/>
      <dgm:t>
        <a:bodyPr/>
        <a:lstStyle/>
        <a:p>
          <a:endParaRPr lang="en-US"/>
        </a:p>
      </dgm:t>
    </dgm:pt>
    <dgm:pt modelId="{5E435BA6-71BF-4ADE-B7C3-AD80E8107AAA}">
      <dgm:prSet/>
      <dgm:spPr/>
      <dgm:t>
        <a:bodyPr/>
        <a:lstStyle/>
        <a:p>
          <a:r>
            <a:rPr lang="en-US"/>
            <a:t>✅ Highest and lowest spending categories</a:t>
          </a:r>
        </a:p>
      </dgm:t>
    </dgm:pt>
    <dgm:pt modelId="{936C87C4-00F1-4FB4-9921-91974FB6A7D1}" type="parTrans" cxnId="{1D187FEB-D90C-4C9E-8076-C0A01EBCB730}">
      <dgm:prSet/>
      <dgm:spPr/>
      <dgm:t>
        <a:bodyPr/>
        <a:lstStyle/>
        <a:p>
          <a:endParaRPr lang="en-US"/>
        </a:p>
      </dgm:t>
    </dgm:pt>
    <dgm:pt modelId="{1AB2EE16-01A0-49D1-9062-AD54E61B5B54}" type="sibTrans" cxnId="{1D187FEB-D90C-4C9E-8076-C0A01EBCB730}">
      <dgm:prSet/>
      <dgm:spPr/>
      <dgm:t>
        <a:bodyPr/>
        <a:lstStyle/>
        <a:p>
          <a:endParaRPr lang="en-US"/>
        </a:p>
      </dgm:t>
    </dgm:pt>
    <dgm:pt modelId="{B6433F2D-84B7-4C07-AF23-524FFD64A081}">
      <dgm:prSet/>
      <dgm:spPr/>
      <dgm:t>
        <a:bodyPr/>
        <a:lstStyle/>
        <a:p>
          <a:r>
            <a:rPr lang="en-US"/>
            <a:t>✅ Delete expense entries</a:t>
          </a:r>
        </a:p>
      </dgm:t>
    </dgm:pt>
    <dgm:pt modelId="{8C8A8E37-5B62-4603-9409-C9A88AB95F38}" type="parTrans" cxnId="{FAD454C7-F2C2-46C0-A0DC-C1A657EC3206}">
      <dgm:prSet/>
      <dgm:spPr/>
      <dgm:t>
        <a:bodyPr/>
        <a:lstStyle/>
        <a:p>
          <a:endParaRPr lang="en-US"/>
        </a:p>
      </dgm:t>
    </dgm:pt>
    <dgm:pt modelId="{BA489762-C8DC-4B37-AA06-7151E07EA78B}" type="sibTrans" cxnId="{FAD454C7-F2C2-46C0-A0DC-C1A657EC3206}">
      <dgm:prSet/>
      <dgm:spPr/>
      <dgm:t>
        <a:bodyPr/>
        <a:lstStyle/>
        <a:p>
          <a:endParaRPr lang="en-US"/>
        </a:p>
      </dgm:t>
    </dgm:pt>
    <dgm:pt modelId="{6A3FBC20-C020-4C5F-A834-305FD4FC0D58}">
      <dgm:prSet/>
      <dgm:spPr/>
      <dgm:t>
        <a:bodyPr/>
        <a:lstStyle/>
        <a:p>
          <a:r>
            <a:rPr lang="en-US"/>
            <a:t>✅ CSV-based persistent storage</a:t>
          </a:r>
        </a:p>
      </dgm:t>
    </dgm:pt>
    <dgm:pt modelId="{B783F85F-2239-40DA-8D27-6733FFA183EE}" type="parTrans" cxnId="{23DA1B21-19C8-4A3C-9F00-59D8CAE759B2}">
      <dgm:prSet/>
      <dgm:spPr/>
      <dgm:t>
        <a:bodyPr/>
        <a:lstStyle/>
        <a:p>
          <a:endParaRPr lang="en-US"/>
        </a:p>
      </dgm:t>
    </dgm:pt>
    <dgm:pt modelId="{E24CBABE-D97B-4030-B847-FD2AF4C404EA}" type="sibTrans" cxnId="{23DA1B21-19C8-4A3C-9F00-59D8CAE759B2}">
      <dgm:prSet/>
      <dgm:spPr/>
      <dgm:t>
        <a:bodyPr/>
        <a:lstStyle/>
        <a:p>
          <a:endParaRPr lang="en-US"/>
        </a:p>
      </dgm:t>
    </dgm:pt>
    <dgm:pt modelId="{AC97861C-343A-482E-9CB4-D7AC36AC0A41}">
      <dgm:prSet/>
      <dgm:spPr/>
      <dgm:t>
        <a:bodyPr/>
        <a:lstStyle/>
        <a:p>
          <a:r>
            <a:rPr lang="en-US"/>
            <a:t>✅ Auto-seeded with sample expenses</a:t>
          </a:r>
        </a:p>
      </dgm:t>
    </dgm:pt>
    <dgm:pt modelId="{97DCE5FE-3C96-43FC-8EC4-15BB1D8982C2}" type="parTrans" cxnId="{0AF4DFCD-E6C8-4C7B-8349-8165660AB53E}">
      <dgm:prSet/>
      <dgm:spPr/>
      <dgm:t>
        <a:bodyPr/>
        <a:lstStyle/>
        <a:p>
          <a:endParaRPr lang="en-US"/>
        </a:p>
      </dgm:t>
    </dgm:pt>
    <dgm:pt modelId="{92E4872F-8153-4EE9-B9A5-11458AA35CA0}" type="sibTrans" cxnId="{0AF4DFCD-E6C8-4C7B-8349-8165660AB53E}">
      <dgm:prSet/>
      <dgm:spPr/>
      <dgm:t>
        <a:bodyPr/>
        <a:lstStyle/>
        <a:p>
          <a:endParaRPr lang="en-US"/>
        </a:p>
      </dgm:t>
    </dgm:pt>
    <dgm:pt modelId="{1C2E4F98-593C-4820-BB07-6794091D6BA3}" type="pres">
      <dgm:prSet presAssocID="{1446390A-B154-4243-9088-16D519F072C3}" presName="vert0" presStyleCnt="0">
        <dgm:presLayoutVars>
          <dgm:dir/>
          <dgm:animOne val="branch"/>
          <dgm:animLvl val="lvl"/>
        </dgm:presLayoutVars>
      </dgm:prSet>
      <dgm:spPr/>
    </dgm:pt>
    <dgm:pt modelId="{9A6FB01C-44CA-4CBB-918B-9F64028441AF}" type="pres">
      <dgm:prSet presAssocID="{54C33F95-F097-41B2-9483-58ABC6E7BD0A}" presName="thickLine" presStyleLbl="alignNode1" presStyleIdx="0" presStyleCnt="8"/>
      <dgm:spPr/>
    </dgm:pt>
    <dgm:pt modelId="{61CC67DE-819D-4466-9E79-842F985D76BC}" type="pres">
      <dgm:prSet presAssocID="{54C33F95-F097-41B2-9483-58ABC6E7BD0A}" presName="horz1" presStyleCnt="0"/>
      <dgm:spPr/>
    </dgm:pt>
    <dgm:pt modelId="{45A85332-859B-439B-A0EC-93D83BBF7678}" type="pres">
      <dgm:prSet presAssocID="{54C33F95-F097-41B2-9483-58ABC6E7BD0A}" presName="tx1" presStyleLbl="revTx" presStyleIdx="0" presStyleCnt="8"/>
      <dgm:spPr/>
    </dgm:pt>
    <dgm:pt modelId="{D7F17DFB-3C9B-43D1-83F6-4609E01AF186}" type="pres">
      <dgm:prSet presAssocID="{54C33F95-F097-41B2-9483-58ABC6E7BD0A}" presName="vert1" presStyleCnt="0"/>
      <dgm:spPr/>
    </dgm:pt>
    <dgm:pt modelId="{77F4E88C-229A-41DC-A59F-43495FD7BF1F}" type="pres">
      <dgm:prSet presAssocID="{35E459B2-489D-409B-B94C-BEC008087BB5}" presName="thickLine" presStyleLbl="alignNode1" presStyleIdx="1" presStyleCnt="8"/>
      <dgm:spPr/>
    </dgm:pt>
    <dgm:pt modelId="{5D26D276-90F6-4C3C-84B7-05860D9B20B6}" type="pres">
      <dgm:prSet presAssocID="{35E459B2-489D-409B-B94C-BEC008087BB5}" presName="horz1" presStyleCnt="0"/>
      <dgm:spPr/>
    </dgm:pt>
    <dgm:pt modelId="{291B5031-C2D5-48F4-8F5F-A626D112048A}" type="pres">
      <dgm:prSet presAssocID="{35E459B2-489D-409B-B94C-BEC008087BB5}" presName="tx1" presStyleLbl="revTx" presStyleIdx="1" presStyleCnt="8"/>
      <dgm:spPr/>
    </dgm:pt>
    <dgm:pt modelId="{D8C17884-8873-4C21-95BA-423CEEB1FA22}" type="pres">
      <dgm:prSet presAssocID="{35E459B2-489D-409B-B94C-BEC008087BB5}" presName="vert1" presStyleCnt="0"/>
      <dgm:spPr/>
    </dgm:pt>
    <dgm:pt modelId="{A25DF1D9-7720-4ECF-A85F-1DBDCDA82E83}" type="pres">
      <dgm:prSet presAssocID="{1ACC03CC-ADFA-4A82-87D4-BC8B2800325B}" presName="thickLine" presStyleLbl="alignNode1" presStyleIdx="2" presStyleCnt="8"/>
      <dgm:spPr/>
    </dgm:pt>
    <dgm:pt modelId="{18ADC48C-E775-4BC0-8418-9B1792CA99A8}" type="pres">
      <dgm:prSet presAssocID="{1ACC03CC-ADFA-4A82-87D4-BC8B2800325B}" presName="horz1" presStyleCnt="0"/>
      <dgm:spPr/>
    </dgm:pt>
    <dgm:pt modelId="{64D792E1-4343-4541-BA29-FB9954165BFF}" type="pres">
      <dgm:prSet presAssocID="{1ACC03CC-ADFA-4A82-87D4-BC8B2800325B}" presName="tx1" presStyleLbl="revTx" presStyleIdx="2" presStyleCnt="8"/>
      <dgm:spPr/>
    </dgm:pt>
    <dgm:pt modelId="{D2955CF5-C502-4731-BAC7-D97005FF927F}" type="pres">
      <dgm:prSet presAssocID="{1ACC03CC-ADFA-4A82-87D4-BC8B2800325B}" presName="vert1" presStyleCnt="0"/>
      <dgm:spPr/>
    </dgm:pt>
    <dgm:pt modelId="{68CA6AF3-BDF7-473A-8B77-6DA6F7E9E04E}" type="pres">
      <dgm:prSet presAssocID="{01365685-E916-48F8-9FA4-3EEEEBF2C9CC}" presName="thickLine" presStyleLbl="alignNode1" presStyleIdx="3" presStyleCnt="8"/>
      <dgm:spPr/>
    </dgm:pt>
    <dgm:pt modelId="{F2A5AE77-D31B-45E3-83E6-AB4BBC3011EB}" type="pres">
      <dgm:prSet presAssocID="{01365685-E916-48F8-9FA4-3EEEEBF2C9CC}" presName="horz1" presStyleCnt="0"/>
      <dgm:spPr/>
    </dgm:pt>
    <dgm:pt modelId="{DA4A307C-B6BF-4437-97E9-CB0B3203A34F}" type="pres">
      <dgm:prSet presAssocID="{01365685-E916-48F8-9FA4-3EEEEBF2C9CC}" presName="tx1" presStyleLbl="revTx" presStyleIdx="3" presStyleCnt="8"/>
      <dgm:spPr/>
    </dgm:pt>
    <dgm:pt modelId="{AC182CBB-6EBA-4BB8-B7FA-A4EBEEB0C315}" type="pres">
      <dgm:prSet presAssocID="{01365685-E916-48F8-9FA4-3EEEEBF2C9CC}" presName="vert1" presStyleCnt="0"/>
      <dgm:spPr/>
    </dgm:pt>
    <dgm:pt modelId="{F00642FA-1AE5-4B47-B147-5D3E9B3AC93E}" type="pres">
      <dgm:prSet presAssocID="{5E435BA6-71BF-4ADE-B7C3-AD80E8107AAA}" presName="thickLine" presStyleLbl="alignNode1" presStyleIdx="4" presStyleCnt="8"/>
      <dgm:spPr/>
    </dgm:pt>
    <dgm:pt modelId="{EC9769EA-EC50-49A6-BDC2-2CCC21F7F40E}" type="pres">
      <dgm:prSet presAssocID="{5E435BA6-71BF-4ADE-B7C3-AD80E8107AAA}" presName="horz1" presStyleCnt="0"/>
      <dgm:spPr/>
    </dgm:pt>
    <dgm:pt modelId="{302D961A-8149-44A3-AB84-041A529C2ABB}" type="pres">
      <dgm:prSet presAssocID="{5E435BA6-71BF-4ADE-B7C3-AD80E8107AAA}" presName="tx1" presStyleLbl="revTx" presStyleIdx="4" presStyleCnt="8"/>
      <dgm:spPr/>
    </dgm:pt>
    <dgm:pt modelId="{3B38B08B-169C-4DD8-93DC-EE72F18F2623}" type="pres">
      <dgm:prSet presAssocID="{5E435BA6-71BF-4ADE-B7C3-AD80E8107AAA}" presName="vert1" presStyleCnt="0"/>
      <dgm:spPr/>
    </dgm:pt>
    <dgm:pt modelId="{5854A4C0-C5EE-4082-8C15-F514AF361F32}" type="pres">
      <dgm:prSet presAssocID="{B6433F2D-84B7-4C07-AF23-524FFD64A081}" presName="thickLine" presStyleLbl="alignNode1" presStyleIdx="5" presStyleCnt="8"/>
      <dgm:spPr/>
    </dgm:pt>
    <dgm:pt modelId="{1BA333BD-0D58-4BF1-B1F1-38435D081A3D}" type="pres">
      <dgm:prSet presAssocID="{B6433F2D-84B7-4C07-AF23-524FFD64A081}" presName="horz1" presStyleCnt="0"/>
      <dgm:spPr/>
    </dgm:pt>
    <dgm:pt modelId="{9EB3FAB2-146A-4AD3-B531-8C29DB6E816D}" type="pres">
      <dgm:prSet presAssocID="{B6433F2D-84B7-4C07-AF23-524FFD64A081}" presName="tx1" presStyleLbl="revTx" presStyleIdx="5" presStyleCnt="8"/>
      <dgm:spPr/>
    </dgm:pt>
    <dgm:pt modelId="{F0A727FF-5D8C-4169-BFA3-738E9A0DD103}" type="pres">
      <dgm:prSet presAssocID="{B6433F2D-84B7-4C07-AF23-524FFD64A081}" presName="vert1" presStyleCnt="0"/>
      <dgm:spPr/>
    </dgm:pt>
    <dgm:pt modelId="{94F0E4CE-D0A2-4857-B85D-8806A0FC10D5}" type="pres">
      <dgm:prSet presAssocID="{6A3FBC20-C020-4C5F-A834-305FD4FC0D58}" presName="thickLine" presStyleLbl="alignNode1" presStyleIdx="6" presStyleCnt="8"/>
      <dgm:spPr/>
    </dgm:pt>
    <dgm:pt modelId="{A18E8EDA-5783-4F93-AC8E-92D1FDC6B808}" type="pres">
      <dgm:prSet presAssocID="{6A3FBC20-C020-4C5F-A834-305FD4FC0D58}" presName="horz1" presStyleCnt="0"/>
      <dgm:spPr/>
    </dgm:pt>
    <dgm:pt modelId="{0B4CCD39-6528-4BB1-B5E6-8FF06DC93510}" type="pres">
      <dgm:prSet presAssocID="{6A3FBC20-C020-4C5F-A834-305FD4FC0D58}" presName="tx1" presStyleLbl="revTx" presStyleIdx="6" presStyleCnt="8"/>
      <dgm:spPr/>
    </dgm:pt>
    <dgm:pt modelId="{61903295-2CA1-41E4-A140-738A6A0C100F}" type="pres">
      <dgm:prSet presAssocID="{6A3FBC20-C020-4C5F-A834-305FD4FC0D58}" presName="vert1" presStyleCnt="0"/>
      <dgm:spPr/>
    </dgm:pt>
    <dgm:pt modelId="{A1EB94AB-B8B9-4B4D-84ED-C3EC662313C9}" type="pres">
      <dgm:prSet presAssocID="{AC97861C-343A-482E-9CB4-D7AC36AC0A41}" presName="thickLine" presStyleLbl="alignNode1" presStyleIdx="7" presStyleCnt="8"/>
      <dgm:spPr/>
    </dgm:pt>
    <dgm:pt modelId="{A8F9CB75-5963-4AB2-B0B0-8433C19AFB1B}" type="pres">
      <dgm:prSet presAssocID="{AC97861C-343A-482E-9CB4-D7AC36AC0A41}" presName="horz1" presStyleCnt="0"/>
      <dgm:spPr/>
    </dgm:pt>
    <dgm:pt modelId="{A7EB5C78-7F32-4318-B4E0-72D4CDEA3C0C}" type="pres">
      <dgm:prSet presAssocID="{AC97861C-343A-482E-9CB4-D7AC36AC0A41}" presName="tx1" presStyleLbl="revTx" presStyleIdx="7" presStyleCnt="8"/>
      <dgm:spPr/>
    </dgm:pt>
    <dgm:pt modelId="{2FC07071-6C6B-421C-BA1F-ECAB026D415B}" type="pres">
      <dgm:prSet presAssocID="{AC97861C-343A-482E-9CB4-D7AC36AC0A41}" presName="vert1" presStyleCnt="0"/>
      <dgm:spPr/>
    </dgm:pt>
  </dgm:ptLst>
  <dgm:cxnLst>
    <dgm:cxn modelId="{2CF11F14-740B-4773-87D6-A082D6AECFF0}" type="presOf" srcId="{B6433F2D-84B7-4C07-AF23-524FFD64A081}" destId="{9EB3FAB2-146A-4AD3-B531-8C29DB6E816D}" srcOrd="0" destOrd="0" presId="urn:microsoft.com/office/officeart/2008/layout/LinedList"/>
    <dgm:cxn modelId="{0FFD6915-2115-4C70-A5A2-2FCFA01AFB5D}" type="presOf" srcId="{AC97861C-343A-482E-9CB4-D7AC36AC0A41}" destId="{A7EB5C78-7F32-4318-B4E0-72D4CDEA3C0C}" srcOrd="0" destOrd="0" presId="urn:microsoft.com/office/officeart/2008/layout/LinedList"/>
    <dgm:cxn modelId="{23DA1B21-19C8-4A3C-9F00-59D8CAE759B2}" srcId="{1446390A-B154-4243-9088-16D519F072C3}" destId="{6A3FBC20-C020-4C5F-A834-305FD4FC0D58}" srcOrd="6" destOrd="0" parTransId="{B783F85F-2239-40DA-8D27-6733FFA183EE}" sibTransId="{E24CBABE-D97B-4030-B847-FD2AF4C404EA}"/>
    <dgm:cxn modelId="{2DA6E045-D3E5-4065-B995-3C158E8A0B4F}" type="presOf" srcId="{54C33F95-F097-41B2-9483-58ABC6E7BD0A}" destId="{45A85332-859B-439B-A0EC-93D83BBF7678}" srcOrd="0" destOrd="0" presId="urn:microsoft.com/office/officeart/2008/layout/LinedList"/>
    <dgm:cxn modelId="{BBA7E16B-049A-43A8-ACEE-89E294846108}" type="presOf" srcId="{6A3FBC20-C020-4C5F-A834-305FD4FC0D58}" destId="{0B4CCD39-6528-4BB1-B5E6-8FF06DC93510}" srcOrd="0" destOrd="0" presId="urn:microsoft.com/office/officeart/2008/layout/LinedList"/>
    <dgm:cxn modelId="{43DFF34B-6AB7-4C28-BAE5-115FF6E22A13}" srcId="{1446390A-B154-4243-9088-16D519F072C3}" destId="{54C33F95-F097-41B2-9483-58ABC6E7BD0A}" srcOrd="0" destOrd="0" parTransId="{3E369FA6-DAF2-4824-96F0-2B578A02E9F6}" sibTransId="{2FF8CF4F-CFE7-4907-8466-C59F648CDF68}"/>
    <dgm:cxn modelId="{8001004F-0CAF-4FC2-9DC6-B06E05E63C71}" srcId="{1446390A-B154-4243-9088-16D519F072C3}" destId="{01365685-E916-48F8-9FA4-3EEEEBF2C9CC}" srcOrd="3" destOrd="0" parTransId="{DF5CFFBF-28A6-4A69-9CE3-62AEA5FF7267}" sibTransId="{EA81ADBB-6804-496E-BEC8-0494E950ACAD}"/>
    <dgm:cxn modelId="{08CF8770-94F2-4EFB-817A-5E69E0786A1E}" srcId="{1446390A-B154-4243-9088-16D519F072C3}" destId="{1ACC03CC-ADFA-4A82-87D4-BC8B2800325B}" srcOrd="2" destOrd="0" parTransId="{A26F4641-2FD9-4D32-B210-BBE2C8F001A6}" sibTransId="{41B9B3C7-1B37-4DEB-A0DB-D356C148B803}"/>
    <dgm:cxn modelId="{72CDE17B-878A-48C6-8A76-C7CB1921E6DC}" type="presOf" srcId="{5E435BA6-71BF-4ADE-B7C3-AD80E8107AAA}" destId="{302D961A-8149-44A3-AB84-041A529C2ABB}" srcOrd="0" destOrd="0" presId="urn:microsoft.com/office/officeart/2008/layout/LinedList"/>
    <dgm:cxn modelId="{65002484-357A-46B4-AEAC-4D5185EECFA9}" type="presOf" srcId="{35E459B2-489D-409B-B94C-BEC008087BB5}" destId="{291B5031-C2D5-48F4-8F5F-A626D112048A}" srcOrd="0" destOrd="0" presId="urn:microsoft.com/office/officeart/2008/layout/LinedList"/>
    <dgm:cxn modelId="{7B21A793-104B-49EC-9CB8-B87A82B57314}" type="presOf" srcId="{01365685-E916-48F8-9FA4-3EEEEBF2C9CC}" destId="{DA4A307C-B6BF-4437-97E9-CB0B3203A34F}" srcOrd="0" destOrd="0" presId="urn:microsoft.com/office/officeart/2008/layout/LinedList"/>
    <dgm:cxn modelId="{2EF9F8AB-BBCA-4947-A5C6-36AFAFAE1D47}" type="presOf" srcId="{1446390A-B154-4243-9088-16D519F072C3}" destId="{1C2E4F98-593C-4820-BB07-6794091D6BA3}" srcOrd="0" destOrd="0" presId="urn:microsoft.com/office/officeart/2008/layout/LinedList"/>
    <dgm:cxn modelId="{9CDA94B8-BF57-44F0-9DBB-DB88B06E3067}" srcId="{1446390A-B154-4243-9088-16D519F072C3}" destId="{35E459B2-489D-409B-B94C-BEC008087BB5}" srcOrd="1" destOrd="0" parTransId="{EF1C17E3-B085-46B1-96D6-60514D5D3CB8}" sibTransId="{3877DFDA-60E6-4D15-ADD9-0C174E7B6B13}"/>
    <dgm:cxn modelId="{1F3037BF-F937-4B80-AC00-A7F1475DEB32}" type="presOf" srcId="{1ACC03CC-ADFA-4A82-87D4-BC8B2800325B}" destId="{64D792E1-4343-4541-BA29-FB9954165BFF}" srcOrd="0" destOrd="0" presId="urn:microsoft.com/office/officeart/2008/layout/LinedList"/>
    <dgm:cxn modelId="{FAD454C7-F2C2-46C0-A0DC-C1A657EC3206}" srcId="{1446390A-B154-4243-9088-16D519F072C3}" destId="{B6433F2D-84B7-4C07-AF23-524FFD64A081}" srcOrd="5" destOrd="0" parTransId="{8C8A8E37-5B62-4603-9409-C9A88AB95F38}" sibTransId="{BA489762-C8DC-4B37-AA06-7151E07EA78B}"/>
    <dgm:cxn modelId="{0AF4DFCD-E6C8-4C7B-8349-8165660AB53E}" srcId="{1446390A-B154-4243-9088-16D519F072C3}" destId="{AC97861C-343A-482E-9CB4-D7AC36AC0A41}" srcOrd="7" destOrd="0" parTransId="{97DCE5FE-3C96-43FC-8EC4-15BB1D8982C2}" sibTransId="{92E4872F-8153-4EE9-B9A5-11458AA35CA0}"/>
    <dgm:cxn modelId="{1D187FEB-D90C-4C9E-8076-C0A01EBCB730}" srcId="{1446390A-B154-4243-9088-16D519F072C3}" destId="{5E435BA6-71BF-4ADE-B7C3-AD80E8107AAA}" srcOrd="4" destOrd="0" parTransId="{936C87C4-00F1-4FB4-9921-91974FB6A7D1}" sibTransId="{1AB2EE16-01A0-49D1-9062-AD54E61B5B54}"/>
    <dgm:cxn modelId="{DE1D9C0C-A722-485D-8D69-65B57186EBBC}" type="presParOf" srcId="{1C2E4F98-593C-4820-BB07-6794091D6BA3}" destId="{9A6FB01C-44CA-4CBB-918B-9F64028441AF}" srcOrd="0" destOrd="0" presId="urn:microsoft.com/office/officeart/2008/layout/LinedList"/>
    <dgm:cxn modelId="{AD0900D3-B907-4D50-9AC7-49D6C416072C}" type="presParOf" srcId="{1C2E4F98-593C-4820-BB07-6794091D6BA3}" destId="{61CC67DE-819D-4466-9E79-842F985D76BC}" srcOrd="1" destOrd="0" presId="urn:microsoft.com/office/officeart/2008/layout/LinedList"/>
    <dgm:cxn modelId="{C6596762-7E95-48EC-956A-51319D2610A5}" type="presParOf" srcId="{61CC67DE-819D-4466-9E79-842F985D76BC}" destId="{45A85332-859B-439B-A0EC-93D83BBF7678}" srcOrd="0" destOrd="0" presId="urn:microsoft.com/office/officeart/2008/layout/LinedList"/>
    <dgm:cxn modelId="{1702A9E3-33E4-4073-83FF-AE1285BB87D6}" type="presParOf" srcId="{61CC67DE-819D-4466-9E79-842F985D76BC}" destId="{D7F17DFB-3C9B-43D1-83F6-4609E01AF186}" srcOrd="1" destOrd="0" presId="urn:microsoft.com/office/officeart/2008/layout/LinedList"/>
    <dgm:cxn modelId="{58BE57B5-C197-4485-8467-89BA2A3C26F2}" type="presParOf" srcId="{1C2E4F98-593C-4820-BB07-6794091D6BA3}" destId="{77F4E88C-229A-41DC-A59F-43495FD7BF1F}" srcOrd="2" destOrd="0" presId="urn:microsoft.com/office/officeart/2008/layout/LinedList"/>
    <dgm:cxn modelId="{3E691371-1D92-4ECC-B25E-0C6A424BAF9F}" type="presParOf" srcId="{1C2E4F98-593C-4820-BB07-6794091D6BA3}" destId="{5D26D276-90F6-4C3C-84B7-05860D9B20B6}" srcOrd="3" destOrd="0" presId="urn:microsoft.com/office/officeart/2008/layout/LinedList"/>
    <dgm:cxn modelId="{E1DB235E-F78A-4BB0-9FFC-669F8389F662}" type="presParOf" srcId="{5D26D276-90F6-4C3C-84B7-05860D9B20B6}" destId="{291B5031-C2D5-48F4-8F5F-A626D112048A}" srcOrd="0" destOrd="0" presId="urn:microsoft.com/office/officeart/2008/layout/LinedList"/>
    <dgm:cxn modelId="{CC075A7D-DFEE-4980-AE3E-21B43BF18925}" type="presParOf" srcId="{5D26D276-90F6-4C3C-84B7-05860D9B20B6}" destId="{D8C17884-8873-4C21-95BA-423CEEB1FA22}" srcOrd="1" destOrd="0" presId="urn:microsoft.com/office/officeart/2008/layout/LinedList"/>
    <dgm:cxn modelId="{65978FC3-684F-483C-9E16-B95FB61A38D3}" type="presParOf" srcId="{1C2E4F98-593C-4820-BB07-6794091D6BA3}" destId="{A25DF1D9-7720-4ECF-A85F-1DBDCDA82E83}" srcOrd="4" destOrd="0" presId="urn:microsoft.com/office/officeart/2008/layout/LinedList"/>
    <dgm:cxn modelId="{F757A684-F666-4D27-A3F9-0A865834362E}" type="presParOf" srcId="{1C2E4F98-593C-4820-BB07-6794091D6BA3}" destId="{18ADC48C-E775-4BC0-8418-9B1792CA99A8}" srcOrd="5" destOrd="0" presId="urn:microsoft.com/office/officeart/2008/layout/LinedList"/>
    <dgm:cxn modelId="{D9E506A6-3294-4AF0-8939-4962335F0211}" type="presParOf" srcId="{18ADC48C-E775-4BC0-8418-9B1792CA99A8}" destId="{64D792E1-4343-4541-BA29-FB9954165BFF}" srcOrd="0" destOrd="0" presId="urn:microsoft.com/office/officeart/2008/layout/LinedList"/>
    <dgm:cxn modelId="{8DA9C85E-D45B-4986-9417-69D38D775D00}" type="presParOf" srcId="{18ADC48C-E775-4BC0-8418-9B1792CA99A8}" destId="{D2955CF5-C502-4731-BAC7-D97005FF927F}" srcOrd="1" destOrd="0" presId="urn:microsoft.com/office/officeart/2008/layout/LinedList"/>
    <dgm:cxn modelId="{166DC792-A087-4A6D-9646-4A4973103DB5}" type="presParOf" srcId="{1C2E4F98-593C-4820-BB07-6794091D6BA3}" destId="{68CA6AF3-BDF7-473A-8B77-6DA6F7E9E04E}" srcOrd="6" destOrd="0" presId="urn:microsoft.com/office/officeart/2008/layout/LinedList"/>
    <dgm:cxn modelId="{81A124B1-0A57-4624-8EB9-DF5A4CF5CCBB}" type="presParOf" srcId="{1C2E4F98-593C-4820-BB07-6794091D6BA3}" destId="{F2A5AE77-D31B-45E3-83E6-AB4BBC3011EB}" srcOrd="7" destOrd="0" presId="urn:microsoft.com/office/officeart/2008/layout/LinedList"/>
    <dgm:cxn modelId="{635FFCCE-938E-4C18-8335-DF7BFEB20A8A}" type="presParOf" srcId="{F2A5AE77-D31B-45E3-83E6-AB4BBC3011EB}" destId="{DA4A307C-B6BF-4437-97E9-CB0B3203A34F}" srcOrd="0" destOrd="0" presId="urn:microsoft.com/office/officeart/2008/layout/LinedList"/>
    <dgm:cxn modelId="{6B61A27F-F003-4593-B1FF-F0AB1020860E}" type="presParOf" srcId="{F2A5AE77-D31B-45E3-83E6-AB4BBC3011EB}" destId="{AC182CBB-6EBA-4BB8-B7FA-A4EBEEB0C315}" srcOrd="1" destOrd="0" presId="urn:microsoft.com/office/officeart/2008/layout/LinedList"/>
    <dgm:cxn modelId="{E6E527A4-4A94-461A-815F-BE38ADBA334E}" type="presParOf" srcId="{1C2E4F98-593C-4820-BB07-6794091D6BA3}" destId="{F00642FA-1AE5-4B47-B147-5D3E9B3AC93E}" srcOrd="8" destOrd="0" presId="urn:microsoft.com/office/officeart/2008/layout/LinedList"/>
    <dgm:cxn modelId="{B5EA787F-6BE7-4F7A-BF02-7559B9B8F6E6}" type="presParOf" srcId="{1C2E4F98-593C-4820-BB07-6794091D6BA3}" destId="{EC9769EA-EC50-49A6-BDC2-2CCC21F7F40E}" srcOrd="9" destOrd="0" presId="urn:microsoft.com/office/officeart/2008/layout/LinedList"/>
    <dgm:cxn modelId="{F4116C8E-A6EA-4C2F-BD3E-B733BAFF2F33}" type="presParOf" srcId="{EC9769EA-EC50-49A6-BDC2-2CCC21F7F40E}" destId="{302D961A-8149-44A3-AB84-041A529C2ABB}" srcOrd="0" destOrd="0" presId="urn:microsoft.com/office/officeart/2008/layout/LinedList"/>
    <dgm:cxn modelId="{366D4DFE-600E-4F4E-9880-E043F65DD532}" type="presParOf" srcId="{EC9769EA-EC50-49A6-BDC2-2CCC21F7F40E}" destId="{3B38B08B-169C-4DD8-93DC-EE72F18F2623}" srcOrd="1" destOrd="0" presId="urn:microsoft.com/office/officeart/2008/layout/LinedList"/>
    <dgm:cxn modelId="{8214A6C1-E5B3-4E07-AADE-600D83DBC9B3}" type="presParOf" srcId="{1C2E4F98-593C-4820-BB07-6794091D6BA3}" destId="{5854A4C0-C5EE-4082-8C15-F514AF361F32}" srcOrd="10" destOrd="0" presId="urn:microsoft.com/office/officeart/2008/layout/LinedList"/>
    <dgm:cxn modelId="{44FD93AE-AE6A-4537-A801-AB6760290BEE}" type="presParOf" srcId="{1C2E4F98-593C-4820-BB07-6794091D6BA3}" destId="{1BA333BD-0D58-4BF1-B1F1-38435D081A3D}" srcOrd="11" destOrd="0" presId="urn:microsoft.com/office/officeart/2008/layout/LinedList"/>
    <dgm:cxn modelId="{51311805-4B1D-4AD6-97A5-DB4D7D34C49F}" type="presParOf" srcId="{1BA333BD-0D58-4BF1-B1F1-38435D081A3D}" destId="{9EB3FAB2-146A-4AD3-B531-8C29DB6E816D}" srcOrd="0" destOrd="0" presId="urn:microsoft.com/office/officeart/2008/layout/LinedList"/>
    <dgm:cxn modelId="{742FA996-A309-4EA8-A1DF-2BC3C8F9812E}" type="presParOf" srcId="{1BA333BD-0D58-4BF1-B1F1-38435D081A3D}" destId="{F0A727FF-5D8C-4169-BFA3-738E9A0DD103}" srcOrd="1" destOrd="0" presId="urn:microsoft.com/office/officeart/2008/layout/LinedList"/>
    <dgm:cxn modelId="{A09B700A-6B6D-44FC-ADDD-9E9A07B5BEDF}" type="presParOf" srcId="{1C2E4F98-593C-4820-BB07-6794091D6BA3}" destId="{94F0E4CE-D0A2-4857-B85D-8806A0FC10D5}" srcOrd="12" destOrd="0" presId="urn:microsoft.com/office/officeart/2008/layout/LinedList"/>
    <dgm:cxn modelId="{20CAEC23-D506-4BB7-85CB-B414CB651C48}" type="presParOf" srcId="{1C2E4F98-593C-4820-BB07-6794091D6BA3}" destId="{A18E8EDA-5783-4F93-AC8E-92D1FDC6B808}" srcOrd="13" destOrd="0" presId="urn:microsoft.com/office/officeart/2008/layout/LinedList"/>
    <dgm:cxn modelId="{5BF85429-4631-451A-9525-C446FA4EE644}" type="presParOf" srcId="{A18E8EDA-5783-4F93-AC8E-92D1FDC6B808}" destId="{0B4CCD39-6528-4BB1-B5E6-8FF06DC93510}" srcOrd="0" destOrd="0" presId="urn:microsoft.com/office/officeart/2008/layout/LinedList"/>
    <dgm:cxn modelId="{56845359-B66E-4965-8DC1-2CA0AB799A9F}" type="presParOf" srcId="{A18E8EDA-5783-4F93-AC8E-92D1FDC6B808}" destId="{61903295-2CA1-41E4-A140-738A6A0C100F}" srcOrd="1" destOrd="0" presId="urn:microsoft.com/office/officeart/2008/layout/LinedList"/>
    <dgm:cxn modelId="{2BD98ED8-01D6-4E3E-B484-1DFC1CD77AF2}" type="presParOf" srcId="{1C2E4F98-593C-4820-BB07-6794091D6BA3}" destId="{A1EB94AB-B8B9-4B4D-84ED-C3EC662313C9}" srcOrd="14" destOrd="0" presId="urn:microsoft.com/office/officeart/2008/layout/LinedList"/>
    <dgm:cxn modelId="{CA613ED6-C0D2-4B16-9A3E-8C01278CA8F6}" type="presParOf" srcId="{1C2E4F98-593C-4820-BB07-6794091D6BA3}" destId="{A8F9CB75-5963-4AB2-B0B0-8433C19AFB1B}" srcOrd="15" destOrd="0" presId="urn:microsoft.com/office/officeart/2008/layout/LinedList"/>
    <dgm:cxn modelId="{101598B2-D3EE-424E-8D00-D068DC78E670}" type="presParOf" srcId="{A8F9CB75-5963-4AB2-B0B0-8433C19AFB1B}" destId="{A7EB5C78-7F32-4318-B4E0-72D4CDEA3C0C}" srcOrd="0" destOrd="0" presId="urn:microsoft.com/office/officeart/2008/layout/LinedList"/>
    <dgm:cxn modelId="{50F7ABDA-34FB-423A-9DD2-1917FFE87B0D}" type="presParOf" srcId="{A8F9CB75-5963-4AB2-B0B0-8433C19AFB1B}" destId="{2FC07071-6C6B-421C-BA1F-ECAB026D415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57252E-A229-4868-BE92-782A2DAA56D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F1543D-CFEB-4F66-9CDC-85FC272865DF}">
      <dgm:prSet/>
      <dgm:spPr/>
      <dgm:t>
        <a:bodyPr/>
        <a:lstStyle/>
        <a:p>
          <a:r>
            <a:rPr lang="en-US"/>
            <a:t>Single-process Java web application</a:t>
          </a:r>
        </a:p>
      </dgm:t>
    </dgm:pt>
    <dgm:pt modelId="{F5C45C6A-6757-4115-A3E4-5ECDEA3464B8}" type="parTrans" cxnId="{270672C1-881D-4D69-8BE0-4309B1F5568D}">
      <dgm:prSet/>
      <dgm:spPr/>
      <dgm:t>
        <a:bodyPr/>
        <a:lstStyle/>
        <a:p>
          <a:endParaRPr lang="en-US"/>
        </a:p>
      </dgm:t>
    </dgm:pt>
    <dgm:pt modelId="{0451B61C-827D-4D05-A5A3-8C496DD86153}" type="sibTrans" cxnId="{270672C1-881D-4D69-8BE0-4309B1F5568D}">
      <dgm:prSet/>
      <dgm:spPr/>
      <dgm:t>
        <a:bodyPr/>
        <a:lstStyle/>
        <a:p>
          <a:endParaRPr lang="en-US"/>
        </a:p>
      </dgm:t>
    </dgm:pt>
    <dgm:pt modelId="{D3B9C54A-76F4-42EF-A500-C243873F38AE}">
      <dgm:prSet/>
      <dgm:spPr/>
      <dgm:t>
        <a:bodyPr/>
        <a:lstStyle/>
        <a:p>
          <a:r>
            <a:rPr lang="en-US" dirty="0"/>
            <a:t>Uses Java built-in HTTP server</a:t>
          </a:r>
        </a:p>
      </dgm:t>
    </dgm:pt>
    <dgm:pt modelId="{B544409E-8E67-4809-85BA-4E7C22AB59E7}" type="parTrans" cxnId="{C07D8264-4DD2-41EA-BCCD-2F918EEC71B8}">
      <dgm:prSet/>
      <dgm:spPr/>
      <dgm:t>
        <a:bodyPr/>
        <a:lstStyle/>
        <a:p>
          <a:endParaRPr lang="en-US"/>
        </a:p>
      </dgm:t>
    </dgm:pt>
    <dgm:pt modelId="{A7C5D1D8-B639-4FB1-B969-F660F4ADAF32}" type="sibTrans" cxnId="{C07D8264-4DD2-41EA-BCCD-2F918EEC71B8}">
      <dgm:prSet/>
      <dgm:spPr/>
      <dgm:t>
        <a:bodyPr/>
        <a:lstStyle/>
        <a:p>
          <a:endParaRPr lang="en-US"/>
        </a:p>
      </dgm:t>
    </dgm:pt>
    <dgm:pt modelId="{CA136C72-AFCC-4B7B-87FC-747B919365B4}">
      <dgm:prSet/>
      <dgm:spPr/>
      <dgm:t>
        <a:bodyPr/>
        <a:lstStyle/>
        <a:p>
          <a:r>
            <a:rPr lang="en-US"/>
            <a:t>No Spring Boot</a:t>
          </a:r>
        </a:p>
      </dgm:t>
    </dgm:pt>
    <dgm:pt modelId="{33728E66-CC6A-4347-8651-434FE88330D9}" type="parTrans" cxnId="{3DD1B42B-78C1-4167-BB96-CC76C544E5EF}">
      <dgm:prSet/>
      <dgm:spPr/>
      <dgm:t>
        <a:bodyPr/>
        <a:lstStyle/>
        <a:p>
          <a:endParaRPr lang="en-US"/>
        </a:p>
      </dgm:t>
    </dgm:pt>
    <dgm:pt modelId="{FAA6D74D-4BF3-4A9E-B939-71CAB477B369}" type="sibTrans" cxnId="{3DD1B42B-78C1-4167-BB96-CC76C544E5EF}">
      <dgm:prSet/>
      <dgm:spPr/>
      <dgm:t>
        <a:bodyPr/>
        <a:lstStyle/>
        <a:p>
          <a:endParaRPr lang="en-US"/>
        </a:p>
      </dgm:t>
    </dgm:pt>
    <dgm:pt modelId="{DCBABE7B-DA8D-442B-AD1C-FFD832F03358}">
      <dgm:prSet/>
      <dgm:spPr/>
      <dgm:t>
        <a:bodyPr/>
        <a:lstStyle/>
        <a:p>
          <a:r>
            <a:rPr lang="en-US"/>
            <a:t>No Maven or Gradle</a:t>
          </a:r>
        </a:p>
      </dgm:t>
    </dgm:pt>
    <dgm:pt modelId="{B3ED9DAB-DC3E-4F85-AFA5-917126FF08F9}" type="parTrans" cxnId="{2AC28AF9-E4E1-416D-80E4-E3D5D93588D3}">
      <dgm:prSet/>
      <dgm:spPr/>
      <dgm:t>
        <a:bodyPr/>
        <a:lstStyle/>
        <a:p>
          <a:endParaRPr lang="en-US"/>
        </a:p>
      </dgm:t>
    </dgm:pt>
    <dgm:pt modelId="{27AC1192-C12D-49FC-B47D-C8FB04EA628C}" type="sibTrans" cxnId="{2AC28AF9-E4E1-416D-80E4-E3D5D93588D3}">
      <dgm:prSet/>
      <dgm:spPr/>
      <dgm:t>
        <a:bodyPr/>
        <a:lstStyle/>
        <a:p>
          <a:endParaRPr lang="en-US"/>
        </a:p>
      </dgm:t>
    </dgm:pt>
    <dgm:pt modelId="{E09FA446-5001-494A-AB05-EBD17F40A234}">
      <dgm:prSet/>
      <dgm:spPr/>
      <dgm:t>
        <a:bodyPr/>
        <a:lstStyle/>
        <a:p>
          <a:r>
            <a:rPr lang="en-US"/>
            <a:t>Lightweight deployment</a:t>
          </a:r>
        </a:p>
      </dgm:t>
    </dgm:pt>
    <dgm:pt modelId="{29ACC132-0FF9-4E8D-8CBE-F987D081AD9E}" type="parTrans" cxnId="{B8E5A09E-0CFA-421F-A640-EE5B663BB7EA}">
      <dgm:prSet/>
      <dgm:spPr/>
      <dgm:t>
        <a:bodyPr/>
        <a:lstStyle/>
        <a:p>
          <a:endParaRPr lang="en-US"/>
        </a:p>
      </dgm:t>
    </dgm:pt>
    <dgm:pt modelId="{64DD840B-4C5A-439E-A35B-B5E06AAAC34B}" type="sibTrans" cxnId="{B8E5A09E-0CFA-421F-A640-EE5B663BB7EA}">
      <dgm:prSet/>
      <dgm:spPr/>
      <dgm:t>
        <a:bodyPr/>
        <a:lstStyle/>
        <a:p>
          <a:endParaRPr lang="en-US"/>
        </a:p>
      </dgm:t>
    </dgm:pt>
    <dgm:pt modelId="{DBEC624E-52EC-4902-AD7E-809D35BDEEF5}" type="pres">
      <dgm:prSet presAssocID="{F157252E-A229-4868-BE92-782A2DAA56DE}" presName="outerComposite" presStyleCnt="0">
        <dgm:presLayoutVars>
          <dgm:chMax val="5"/>
          <dgm:dir/>
          <dgm:resizeHandles val="exact"/>
        </dgm:presLayoutVars>
      </dgm:prSet>
      <dgm:spPr/>
    </dgm:pt>
    <dgm:pt modelId="{485A9AB1-B6C7-4131-A9C4-B5B3D450B0A5}" type="pres">
      <dgm:prSet presAssocID="{F157252E-A229-4868-BE92-782A2DAA56DE}" presName="dummyMaxCanvas" presStyleCnt="0">
        <dgm:presLayoutVars/>
      </dgm:prSet>
      <dgm:spPr/>
    </dgm:pt>
    <dgm:pt modelId="{0681E5CA-D51E-4872-8898-B39AC5C11676}" type="pres">
      <dgm:prSet presAssocID="{F157252E-A229-4868-BE92-782A2DAA56DE}" presName="FiveNodes_1" presStyleLbl="node1" presStyleIdx="0" presStyleCnt="5">
        <dgm:presLayoutVars>
          <dgm:bulletEnabled val="1"/>
        </dgm:presLayoutVars>
      </dgm:prSet>
      <dgm:spPr/>
    </dgm:pt>
    <dgm:pt modelId="{AD6351D5-BCFC-41B7-B306-78DA37596E53}" type="pres">
      <dgm:prSet presAssocID="{F157252E-A229-4868-BE92-782A2DAA56DE}" presName="FiveNodes_2" presStyleLbl="node1" presStyleIdx="1" presStyleCnt="5">
        <dgm:presLayoutVars>
          <dgm:bulletEnabled val="1"/>
        </dgm:presLayoutVars>
      </dgm:prSet>
      <dgm:spPr/>
    </dgm:pt>
    <dgm:pt modelId="{90978F8E-DF54-47B1-9B93-D46B913861EF}" type="pres">
      <dgm:prSet presAssocID="{F157252E-A229-4868-BE92-782A2DAA56DE}" presName="FiveNodes_3" presStyleLbl="node1" presStyleIdx="2" presStyleCnt="5">
        <dgm:presLayoutVars>
          <dgm:bulletEnabled val="1"/>
        </dgm:presLayoutVars>
      </dgm:prSet>
      <dgm:spPr/>
    </dgm:pt>
    <dgm:pt modelId="{1C5A7E71-8F9A-4F9B-86AF-94F83877F3FB}" type="pres">
      <dgm:prSet presAssocID="{F157252E-A229-4868-BE92-782A2DAA56DE}" presName="FiveNodes_4" presStyleLbl="node1" presStyleIdx="3" presStyleCnt="5">
        <dgm:presLayoutVars>
          <dgm:bulletEnabled val="1"/>
        </dgm:presLayoutVars>
      </dgm:prSet>
      <dgm:spPr/>
    </dgm:pt>
    <dgm:pt modelId="{2EAA9418-504F-4EDE-BC15-753B673CDE01}" type="pres">
      <dgm:prSet presAssocID="{F157252E-A229-4868-BE92-782A2DAA56DE}" presName="FiveNodes_5" presStyleLbl="node1" presStyleIdx="4" presStyleCnt="5">
        <dgm:presLayoutVars>
          <dgm:bulletEnabled val="1"/>
        </dgm:presLayoutVars>
      </dgm:prSet>
      <dgm:spPr/>
    </dgm:pt>
    <dgm:pt modelId="{F42AEE82-7EB3-4124-A2D4-5987FD0F8EA7}" type="pres">
      <dgm:prSet presAssocID="{F157252E-A229-4868-BE92-782A2DAA56DE}" presName="FiveConn_1-2" presStyleLbl="fgAccFollowNode1" presStyleIdx="0" presStyleCnt="4">
        <dgm:presLayoutVars>
          <dgm:bulletEnabled val="1"/>
        </dgm:presLayoutVars>
      </dgm:prSet>
      <dgm:spPr/>
    </dgm:pt>
    <dgm:pt modelId="{723128E3-C8EC-4EAE-9751-8D9625E9557D}" type="pres">
      <dgm:prSet presAssocID="{F157252E-A229-4868-BE92-782A2DAA56DE}" presName="FiveConn_2-3" presStyleLbl="fgAccFollowNode1" presStyleIdx="1" presStyleCnt="4">
        <dgm:presLayoutVars>
          <dgm:bulletEnabled val="1"/>
        </dgm:presLayoutVars>
      </dgm:prSet>
      <dgm:spPr/>
    </dgm:pt>
    <dgm:pt modelId="{DAE04939-C57C-4D45-9DF4-12EE5DB69820}" type="pres">
      <dgm:prSet presAssocID="{F157252E-A229-4868-BE92-782A2DAA56DE}" presName="FiveConn_3-4" presStyleLbl="fgAccFollowNode1" presStyleIdx="2" presStyleCnt="4">
        <dgm:presLayoutVars>
          <dgm:bulletEnabled val="1"/>
        </dgm:presLayoutVars>
      </dgm:prSet>
      <dgm:spPr/>
    </dgm:pt>
    <dgm:pt modelId="{B4E5E390-0D97-4C8F-A40B-CD0A04020129}" type="pres">
      <dgm:prSet presAssocID="{F157252E-A229-4868-BE92-782A2DAA56DE}" presName="FiveConn_4-5" presStyleLbl="fgAccFollowNode1" presStyleIdx="3" presStyleCnt="4">
        <dgm:presLayoutVars>
          <dgm:bulletEnabled val="1"/>
        </dgm:presLayoutVars>
      </dgm:prSet>
      <dgm:spPr/>
    </dgm:pt>
    <dgm:pt modelId="{94FE2F4D-34B7-4AE3-AE9E-2455D9B1E350}" type="pres">
      <dgm:prSet presAssocID="{F157252E-A229-4868-BE92-782A2DAA56DE}" presName="FiveNodes_1_text" presStyleLbl="node1" presStyleIdx="4" presStyleCnt="5">
        <dgm:presLayoutVars>
          <dgm:bulletEnabled val="1"/>
        </dgm:presLayoutVars>
      </dgm:prSet>
      <dgm:spPr/>
    </dgm:pt>
    <dgm:pt modelId="{FDF54F2B-B891-416C-B57E-6D355045A959}" type="pres">
      <dgm:prSet presAssocID="{F157252E-A229-4868-BE92-782A2DAA56DE}" presName="FiveNodes_2_text" presStyleLbl="node1" presStyleIdx="4" presStyleCnt="5">
        <dgm:presLayoutVars>
          <dgm:bulletEnabled val="1"/>
        </dgm:presLayoutVars>
      </dgm:prSet>
      <dgm:spPr/>
    </dgm:pt>
    <dgm:pt modelId="{F57A3110-4D9A-453E-9EE9-BF5168BFEC20}" type="pres">
      <dgm:prSet presAssocID="{F157252E-A229-4868-BE92-782A2DAA56DE}" presName="FiveNodes_3_text" presStyleLbl="node1" presStyleIdx="4" presStyleCnt="5">
        <dgm:presLayoutVars>
          <dgm:bulletEnabled val="1"/>
        </dgm:presLayoutVars>
      </dgm:prSet>
      <dgm:spPr/>
    </dgm:pt>
    <dgm:pt modelId="{13B8BCE3-5396-452B-8B84-4DB67CF23677}" type="pres">
      <dgm:prSet presAssocID="{F157252E-A229-4868-BE92-782A2DAA56DE}" presName="FiveNodes_4_text" presStyleLbl="node1" presStyleIdx="4" presStyleCnt="5">
        <dgm:presLayoutVars>
          <dgm:bulletEnabled val="1"/>
        </dgm:presLayoutVars>
      </dgm:prSet>
      <dgm:spPr/>
    </dgm:pt>
    <dgm:pt modelId="{26FC32FC-4D1A-4458-9FF9-D9D3E6776008}" type="pres">
      <dgm:prSet presAssocID="{F157252E-A229-4868-BE92-782A2DAA56D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64E6401-D2B9-4F21-BB49-5D3E99B7884F}" type="presOf" srcId="{6DF1543D-CFEB-4F66-9CDC-85FC272865DF}" destId="{94FE2F4D-34B7-4AE3-AE9E-2455D9B1E350}" srcOrd="1" destOrd="0" presId="urn:microsoft.com/office/officeart/2005/8/layout/vProcess5"/>
    <dgm:cxn modelId="{4244351B-8C48-438A-B745-6BD49EF4F8C2}" type="presOf" srcId="{DCBABE7B-DA8D-442B-AD1C-FFD832F03358}" destId="{1C5A7E71-8F9A-4F9B-86AF-94F83877F3FB}" srcOrd="0" destOrd="0" presId="urn:microsoft.com/office/officeart/2005/8/layout/vProcess5"/>
    <dgm:cxn modelId="{3DD1B42B-78C1-4167-BB96-CC76C544E5EF}" srcId="{F157252E-A229-4868-BE92-782A2DAA56DE}" destId="{CA136C72-AFCC-4B7B-87FC-747B919365B4}" srcOrd="2" destOrd="0" parTransId="{33728E66-CC6A-4347-8651-434FE88330D9}" sibTransId="{FAA6D74D-4BF3-4A9E-B939-71CAB477B369}"/>
    <dgm:cxn modelId="{8A024E2D-D75E-4BB2-9784-077F0769A07B}" type="presOf" srcId="{DCBABE7B-DA8D-442B-AD1C-FFD832F03358}" destId="{13B8BCE3-5396-452B-8B84-4DB67CF23677}" srcOrd="1" destOrd="0" presId="urn:microsoft.com/office/officeart/2005/8/layout/vProcess5"/>
    <dgm:cxn modelId="{4B2F3F5B-269D-4D69-802A-BBA7E57E7222}" type="presOf" srcId="{CA136C72-AFCC-4B7B-87FC-747B919365B4}" destId="{90978F8E-DF54-47B1-9B93-D46B913861EF}" srcOrd="0" destOrd="0" presId="urn:microsoft.com/office/officeart/2005/8/layout/vProcess5"/>
    <dgm:cxn modelId="{CAFD565D-A991-4058-8CE0-933AD18C70BF}" type="presOf" srcId="{FAA6D74D-4BF3-4A9E-B939-71CAB477B369}" destId="{DAE04939-C57C-4D45-9DF4-12EE5DB69820}" srcOrd="0" destOrd="0" presId="urn:microsoft.com/office/officeart/2005/8/layout/vProcess5"/>
    <dgm:cxn modelId="{C07D8264-4DD2-41EA-BCCD-2F918EEC71B8}" srcId="{F157252E-A229-4868-BE92-782A2DAA56DE}" destId="{D3B9C54A-76F4-42EF-A500-C243873F38AE}" srcOrd="1" destOrd="0" parTransId="{B544409E-8E67-4809-85BA-4E7C22AB59E7}" sibTransId="{A7C5D1D8-B639-4FB1-B969-F660F4ADAF32}"/>
    <dgm:cxn modelId="{88BB1347-29E3-49A1-992B-B4C7F9AAA5EA}" type="presOf" srcId="{6DF1543D-CFEB-4F66-9CDC-85FC272865DF}" destId="{0681E5CA-D51E-4872-8898-B39AC5C11676}" srcOrd="0" destOrd="0" presId="urn:microsoft.com/office/officeart/2005/8/layout/vProcess5"/>
    <dgm:cxn modelId="{FF1A7C72-015C-47D4-AD97-BB86C820D6E2}" type="presOf" srcId="{CA136C72-AFCC-4B7B-87FC-747B919365B4}" destId="{F57A3110-4D9A-453E-9EE9-BF5168BFEC20}" srcOrd="1" destOrd="0" presId="urn:microsoft.com/office/officeart/2005/8/layout/vProcess5"/>
    <dgm:cxn modelId="{783E0A54-FCE2-46B0-945F-E071295FF5D4}" type="presOf" srcId="{0451B61C-827D-4D05-A5A3-8C496DD86153}" destId="{F42AEE82-7EB3-4124-A2D4-5987FD0F8EA7}" srcOrd="0" destOrd="0" presId="urn:microsoft.com/office/officeart/2005/8/layout/vProcess5"/>
    <dgm:cxn modelId="{E849AA5A-2A69-4020-A80B-B7806EB8712E}" type="presOf" srcId="{27AC1192-C12D-49FC-B47D-C8FB04EA628C}" destId="{B4E5E390-0D97-4C8F-A40B-CD0A04020129}" srcOrd="0" destOrd="0" presId="urn:microsoft.com/office/officeart/2005/8/layout/vProcess5"/>
    <dgm:cxn modelId="{0C5E3688-5B6A-471B-8265-50430E6B82B3}" type="presOf" srcId="{A7C5D1D8-B639-4FB1-B969-F660F4ADAF32}" destId="{723128E3-C8EC-4EAE-9751-8D9625E9557D}" srcOrd="0" destOrd="0" presId="urn:microsoft.com/office/officeart/2005/8/layout/vProcess5"/>
    <dgm:cxn modelId="{41BE5A91-2B59-44B7-AE6D-32609138D8B1}" type="presOf" srcId="{D3B9C54A-76F4-42EF-A500-C243873F38AE}" destId="{FDF54F2B-B891-416C-B57E-6D355045A959}" srcOrd="1" destOrd="0" presId="urn:microsoft.com/office/officeart/2005/8/layout/vProcess5"/>
    <dgm:cxn modelId="{90158397-D06C-4638-BB8B-9B42FFC40824}" type="presOf" srcId="{D3B9C54A-76F4-42EF-A500-C243873F38AE}" destId="{AD6351D5-BCFC-41B7-B306-78DA37596E53}" srcOrd="0" destOrd="0" presId="urn:microsoft.com/office/officeart/2005/8/layout/vProcess5"/>
    <dgm:cxn modelId="{DDF41E9D-78EB-4234-96A3-49D2DCBD2D58}" type="presOf" srcId="{E09FA446-5001-494A-AB05-EBD17F40A234}" destId="{26FC32FC-4D1A-4458-9FF9-D9D3E6776008}" srcOrd="1" destOrd="0" presId="urn:microsoft.com/office/officeart/2005/8/layout/vProcess5"/>
    <dgm:cxn modelId="{B8E5A09E-0CFA-421F-A640-EE5B663BB7EA}" srcId="{F157252E-A229-4868-BE92-782A2DAA56DE}" destId="{E09FA446-5001-494A-AB05-EBD17F40A234}" srcOrd="4" destOrd="0" parTransId="{29ACC132-0FF9-4E8D-8CBE-F987D081AD9E}" sibTransId="{64DD840B-4C5A-439E-A35B-B5E06AAAC34B}"/>
    <dgm:cxn modelId="{270672C1-881D-4D69-8BE0-4309B1F5568D}" srcId="{F157252E-A229-4868-BE92-782A2DAA56DE}" destId="{6DF1543D-CFEB-4F66-9CDC-85FC272865DF}" srcOrd="0" destOrd="0" parTransId="{F5C45C6A-6757-4115-A3E4-5ECDEA3464B8}" sibTransId="{0451B61C-827D-4D05-A5A3-8C496DD86153}"/>
    <dgm:cxn modelId="{EE1479DA-4A17-4E39-A417-FA8327CB1D1B}" type="presOf" srcId="{F157252E-A229-4868-BE92-782A2DAA56DE}" destId="{DBEC624E-52EC-4902-AD7E-809D35BDEEF5}" srcOrd="0" destOrd="0" presId="urn:microsoft.com/office/officeart/2005/8/layout/vProcess5"/>
    <dgm:cxn modelId="{E6BA3EE6-53BF-4597-9032-CA94F18A85CD}" type="presOf" srcId="{E09FA446-5001-494A-AB05-EBD17F40A234}" destId="{2EAA9418-504F-4EDE-BC15-753B673CDE01}" srcOrd="0" destOrd="0" presId="urn:microsoft.com/office/officeart/2005/8/layout/vProcess5"/>
    <dgm:cxn modelId="{2AC28AF9-E4E1-416D-80E4-E3D5D93588D3}" srcId="{F157252E-A229-4868-BE92-782A2DAA56DE}" destId="{DCBABE7B-DA8D-442B-AD1C-FFD832F03358}" srcOrd="3" destOrd="0" parTransId="{B3ED9DAB-DC3E-4F85-AFA5-917126FF08F9}" sibTransId="{27AC1192-C12D-49FC-B47D-C8FB04EA628C}"/>
    <dgm:cxn modelId="{1CD67C50-D4DD-4B41-A098-CD11B4FD4C7F}" type="presParOf" srcId="{DBEC624E-52EC-4902-AD7E-809D35BDEEF5}" destId="{485A9AB1-B6C7-4131-A9C4-B5B3D450B0A5}" srcOrd="0" destOrd="0" presId="urn:microsoft.com/office/officeart/2005/8/layout/vProcess5"/>
    <dgm:cxn modelId="{3DD5F0B4-11AC-4761-9E5A-8570243F3F43}" type="presParOf" srcId="{DBEC624E-52EC-4902-AD7E-809D35BDEEF5}" destId="{0681E5CA-D51E-4872-8898-B39AC5C11676}" srcOrd="1" destOrd="0" presId="urn:microsoft.com/office/officeart/2005/8/layout/vProcess5"/>
    <dgm:cxn modelId="{F0C612AF-8DB0-4405-8EDB-92809569F9B4}" type="presParOf" srcId="{DBEC624E-52EC-4902-AD7E-809D35BDEEF5}" destId="{AD6351D5-BCFC-41B7-B306-78DA37596E53}" srcOrd="2" destOrd="0" presId="urn:microsoft.com/office/officeart/2005/8/layout/vProcess5"/>
    <dgm:cxn modelId="{9B1604CF-DDB7-4B16-A32D-ACD3791C2439}" type="presParOf" srcId="{DBEC624E-52EC-4902-AD7E-809D35BDEEF5}" destId="{90978F8E-DF54-47B1-9B93-D46B913861EF}" srcOrd="3" destOrd="0" presId="urn:microsoft.com/office/officeart/2005/8/layout/vProcess5"/>
    <dgm:cxn modelId="{9193A1E2-7295-4B7C-99A8-23C203679B76}" type="presParOf" srcId="{DBEC624E-52EC-4902-AD7E-809D35BDEEF5}" destId="{1C5A7E71-8F9A-4F9B-86AF-94F83877F3FB}" srcOrd="4" destOrd="0" presId="urn:microsoft.com/office/officeart/2005/8/layout/vProcess5"/>
    <dgm:cxn modelId="{2570616C-5005-476E-9D91-8601834AF4D3}" type="presParOf" srcId="{DBEC624E-52EC-4902-AD7E-809D35BDEEF5}" destId="{2EAA9418-504F-4EDE-BC15-753B673CDE01}" srcOrd="5" destOrd="0" presId="urn:microsoft.com/office/officeart/2005/8/layout/vProcess5"/>
    <dgm:cxn modelId="{27AB3955-6D94-451D-AF5F-9114B4809436}" type="presParOf" srcId="{DBEC624E-52EC-4902-AD7E-809D35BDEEF5}" destId="{F42AEE82-7EB3-4124-A2D4-5987FD0F8EA7}" srcOrd="6" destOrd="0" presId="urn:microsoft.com/office/officeart/2005/8/layout/vProcess5"/>
    <dgm:cxn modelId="{8F2BAD3C-56F5-49FE-ABA8-69853108F60D}" type="presParOf" srcId="{DBEC624E-52EC-4902-AD7E-809D35BDEEF5}" destId="{723128E3-C8EC-4EAE-9751-8D9625E9557D}" srcOrd="7" destOrd="0" presId="urn:microsoft.com/office/officeart/2005/8/layout/vProcess5"/>
    <dgm:cxn modelId="{D44DD8AC-3373-444E-8CD5-ED22080DA52E}" type="presParOf" srcId="{DBEC624E-52EC-4902-AD7E-809D35BDEEF5}" destId="{DAE04939-C57C-4D45-9DF4-12EE5DB69820}" srcOrd="8" destOrd="0" presId="urn:microsoft.com/office/officeart/2005/8/layout/vProcess5"/>
    <dgm:cxn modelId="{F304C5BE-8FE6-4BC8-92D5-10E14963CCB3}" type="presParOf" srcId="{DBEC624E-52EC-4902-AD7E-809D35BDEEF5}" destId="{B4E5E390-0D97-4C8F-A40B-CD0A04020129}" srcOrd="9" destOrd="0" presId="urn:microsoft.com/office/officeart/2005/8/layout/vProcess5"/>
    <dgm:cxn modelId="{E1E08CCD-B429-4592-9B07-B5EB7A928C31}" type="presParOf" srcId="{DBEC624E-52EC-4902-AD7E-809D35BDEEF5}" destId="{94FE2F4D-34B7-4AE3-AE9E-2455D9B1E350}" srcOrd="10" destOrd="0" presId="urn:microsoft.com/office/officeart/2005/8/layout/vProcess5"/>
    <dgm:cxn modelId="{8391E52F-D272-4966-9B11-757B6D648B8D}" type="presParOf" srcId="{DBEC624E-52EC-4902-AD7E-809D35BDEEF5}" destId="{FDF54F2B-B891-416C-B57E-6D355045A959}" srcOrd="11" destOrd="0" presId="urn:microsoft.com/office/officeart/2005/8/layout/vProcess5"/>
    <dgm:cxn modelId="{965913A9-E9CC-494A-8139-E6046A60A080}" type="presParOf" srcId="{DBEC624E-52EC-4902-AD7E-809D35BDEEF5}" destId="{F57A3110-4D9A-453E-9EE9-BF5168BFEC20}" srcOrd="12" destOrd="0" presId="urn:microsoft.com/office/officeart/2005/8/layout/vProcess5"/>
    <dgm:cxn modelId="{9BD38851-981E-43D3-943B-8A4E12938303}" type="presParOf" srcId="{DBEC624E-52EC-4902-AD7E-809D35BDEEF5}" destId="{13B8BCE3-5396-452B-8B84-4DB67CF23677}" srcOrd="13" destOrd="0" presId="urn:microsoft.com/office/officeart/2005/8/layout/vProcess5"/>
    <dgm:cxn modelId="{8CB7F76C-C7D4-441E-AA9B-620D4F6E37A2}" type="presParOf" srcId="{DBEC624E-52EC-4902-AD7E-809D35BDEEF5}" destId="{26FC32FC-4D1A-4458-9FF9-D9D3E677600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E0EDE1-3188-48A3-AAB7-FCDB561DA8A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C1F31B-6E77-4302-8DC4-BC7D88B37E75}">
      <dgm:prSet/>
      <dgm:spPr/>
      <dgm:t>
        <a:bodyPr/>
        <a:lstStyle/>
        <a:p>
          <a:r>
            <a:rPr lang="en-US">
              <a:latin typeface="Canva Sans"/>
              <a:ea typeface="Canva Sans"/>
              <a:cs typeface="Canva Sans"/>
              <a:sym typeface="Canva Sans"/>
            </a:rPr>
            <a:t>In-memory ArrayList</a:t>
          </a:r>
          <a:endParaRPr lang="en-US"/>
        </a:p>
      </dgm:t>
    </dgm:pt>
    <dgm:pt modelId="{B9417283-5701-4107-BB02-A7D0B3433967}" type="parTrans" cxnId="{49E30D7D-F17C-4075-BB7F-DB20D41F76B0}">
      <dgm:prSet/>
      <dgm:spPr/>
      <dgm:t>
        <a:bodyPr/>
        <a:lstStyle/>
        <a:p>
          <a:endParaRPr lang="en-US"/>
        </a:p>
      </dgm:t>
    </dgm:pt>
    <dgm:pt modelId="{2D36F7A7-A9E3-4550-8E62-EAF2EE5F70D1}" type="sibTrans" cxnId="{49E30D7D-F17C-4075-BB7F-DB20D41F76B0}">
      <dgm:prSet/>
      <dgm:spPr/>
      <dgm:t>
        <a:bodyPr/>
        <a:lstStyle/>
        <a:p>
          <a:endParaRPr lang="en-US"/>
        </a:p>
      </dgm:t>
    </dgm:pt>
    <dgm:pt modelId="{55C6E6A4-067D-46BD-9852-7A8F0FFB2606}">
      <dgm:prSet/>
      <dgm:spPr/>
      <dgm:t>
        <a:bodyPr/>
        <a:lstStyle/>
        <a:p>
          <a:r>
            <a:rPr lang="en-US">
              <a:latin typeface="Canva Sans"/>
              <a:ea typeface="Canva Sans"/>
              <a:cs typeface="Canva Sans"/>
              <a:sym typeface="Canva Sans"/>
            </a:rPr>
            <a:t>CSV file persistence</a:t>
          </a:r>
        </a:p>
      </dgm:t>
    </dgm:pt>
    <dgm:pt modelId="{2CBAEC14-EF8A-4401-871B-663DC8355006}" type="parTrans" cxnId="{21CF876E-AD94-4226-9846-ABE72F66C3DD}">
      <dgm:prSet/>
      <dgm:spPr/>
      <dgm:t>
        <a:bodyPr/>
        <a:lstStyle/>
        <a:p>
          <a:endParaRPr lang="en-US"/>
        </a:p>
      </dgm:t>
    </dgm:pt>
    <dgm:pt modelId="{83A3781B-3439-4EC9-BCF1-A1EF7AB48A21}" type="sibTrans" cxnId="{21CF876E-AD94-4226-9846-ABE72F66C3DD}">
      <dgm:prSet/>
      <dgm:spPr/>
      <dgm:t>
        <a:bodyPr/>
        <a:lstStyle/>
        <a:p>
          <a:endParaRPr lang="en-US"/>
        </a:p>
      </dgm:t>
    </dgm:pt>
    <dgm:pt modelId="{A9C8897B-2830-4859-904F-8FF94E2E5920}">
      <dgm:prSet/>
      <dgm:spPr/>
      <dgm:t>
        <a:bodyPr/>
        <a:lstStyle/>
        <a:p>
          <a:r>
            <a:rPr lang="en-US">
              <a:latin typeface="Canva Sans"/>
              <a:ea typeface="Canva Sans"/>
              <a:cs typeface="Canva Sans"/>
              <a:sym typeface="Canva Sans"/>
            </a:rPr>
            <a:t>Auto-save on updates</a:t>
          </a:r>
        </a:p>
      </dgm:t>
    </dgm:pt>
    <dgm:pt modelId="{17A7B059-5FCF-4896-837B-85E41242C681}" type="parTrans" cxnId="{4800D1DF-F0EF-4C93-861D-E98817B09504}">
      <dgm:prSet/>
      <dgm:spPr/>
      <dgm:t>
        <a:bodyPr/>
        <a:lstStyle/>
        <a:p>
          <a:endParaRPr lang="en-US"/>
        </a:p>
      </dgm:t>
    </dgm:pt>
    <dgm:pt modelId="{DC204088-6C83-47D6-81AB-F62F494E0293}" type="sibTrans" cxnId="{4800D1DF-F0EF-4C93-861D-E98817B09504}">
      <dgm:prSet/>
      <dgm:spPr/>
      <dgm:t>
        <a:bodyPr/>
        <a:lstStyle/>
        <a:p>
          <a:endParaRPr lang="en-US"/>
        </a:p>
      </dgm:t>
    </dgm:pt>
    <dgm:pt modelId="{2CDA3AAC-C059-427B-B81A-BCC7A80BB731}">
      <dgm:prSet/>
      <dgm:spPr/>
      <dgm:t>
        <a:bodyPr/>
        <a:lstStyle/>
        <a:p>
          <a:r>
            <a:rPr lang="en-US">
              <a:latin typeface="Canva Sans"/>
              <a:ea typeface="Canva Sans"/>
              <a:cs typeface="Canva Sans"/>
              <a:sym typeface="Canva Sans"/>
            </a:rPr>
            <a:t>Auto-load on startup</a:t>
          </a:r>
        </a:p>
      </dgm:t>
    </dgm:pt>
    <dgm:pt modelId="{6AA34C40-CC4E-4DFD-B357-2D2F6362E291}" type="parTrans" cxnId="{185FF7DF-8CF4-4F63-851F-46979E251E78}">
      <dgm:prSet/>
      <dgm:spPr/>
      <dgm:t>
        <a:bodyPr/>
        <a:lstStyle/>
        <a:p>
          <a:endParaRPr lang="en-US"/>
        </a:p>
      </dgm:t>
    </dgm:pt>
    <dgm:pt modelId="{80D93D5E-53CC-4DB8-A143-6A44ED0858CD}" type="sibTrans" cxnId="{185FF7DF-8CF4-4F63-851F-46979E251E78}">
      <dgm:prSet/>
      <dgm:spPr/>
      <dgm:t>
        <a:bodyPr/>
        <a:lstStyle/>
        <a:p>
          <a:endParaRPr lang="en-US"/>
        </a:p>
      </dgm:t>
    </dgm:pt>
    <dgm:pt modelId="{A5B6179B-AC5E-44B5-87C6-C4011E57C05D}">
      <dgm:prSet/>
      <dgm:spPr/>
      <dgm:t>
        <a:bodyPr/>
        <a:lstStyle/>
        <a:p>
          <a:r>
            <a:rPr lang="en-US">
              <a:latin typeface="Canva Sans"/>
              <a:ea typeface="Canva Sans"/>
              <a:cs typeface="Canva Sans"/>
              <a:sym typeface="Canva Sans"/>
            </a:rPr>
            <a:t>No database required</a:t>
          </a:r>
          <a:endParaRPr lang="en-US"/>
        </a:p>
      </dgm:t>
    </dgm:pt>
    <dgm:pt modelId="{3912D100-547C-47DD-9CCA-86760B37ACBB}" type="parTrans" cxnId="{709FD61D-1F14-404C-B23D-9DD51F0D4260}">
      <dgm:prSet/>
      <dgm:spPr/>
      <dgm:t>
        <a:bodyPr/>
        <a:lstStyle/>
        <a:p>
          <a:endParaRPr lang="en-US"/>
        </a:p>
      </dgm:t>
    </dgm:pt>
    <dgm:pt modelId="{DF60FBC7-FF86-4DB1-BE35-D45436B37682}" type="sibTrans" cxnId="{709FD61D-1F14-404C-B23D-9DD51F0D4260}">
      <dgm:prSet/>
      <dgm:spPr/>
      <dgm:t>
        <a:bodyPr/>
        <a:lstStyle/>
        <a:p>
          <a:endParaRPr lang="en-US"/>
        </a:p>
      </dgm:t>
    </dgm:pt>
    <dgm:pt modelId="{B9F59B94-1DBC-430E-A890-17C20A014E30}" type="pres">
      <dgm:prSet presAssocID="{4AE0EDE1-3188-48A3-AAB7-FCDB561DA8A6}" presName="vert0" presStyleCnt="0">
        <dgm:presLayoutVars>
          <dgm:dir/>
          <dgm:animOne val="branch"/>
          <dgm:animLvl val="lvl"/>
        </dgm:presLayoutVars>
      </dgm:prSet>
      <dgm:spPr/>
    </dgm:pt>
    <dgm:pt modelId="{427F79CD-8B3C-4B85-B820-ED127F549D4D}" type="pres">
      <dgm:prSet presAssocID="{0FC1F31B-6E77-4302-8DC4-BC7D88B37E75}" presName="thickLine" presStyleLbl="alignNode1" presStyleIdx="0" presStyleCnt="5"/>
      <dgm:spPr/>
    </dgm:pt>
    <dgm:pt modelId="{DB7E9230-9D7A-48D1-AE37-697CF819E6CB}" type="pres">
      <dgm:prSet presAssocID="{0FC1F31B-6E77-4302-8DC4-BC7D88B37E75}" presName="horz1" presStyleCnt="0"/>
      <dgm:spPr/>
    </dgm:pt>
    <dgm:pt modelId="{6F1993AC-96B9-42A5-95C4-2AE4330F856E}" type="pres">
      <dgm:prSet presAssocID="{0FC1F31B-6E77-4302-8DC4-BC7D88B37E75}" presName="tx1" presStyleLbl="revTx" presStyleIdx="0" presStyleCnt="5"/>
      <dgm:spPr/>
    </dgm:pt>
    <dgm:pt modelId="{BD3BFFD6-5C52-4153-A395-DE01C47E7D25}" type="pres">
      <dgm:prSet presAssocID="{0FC1F31B-6E77-4302-8DC4-BC7D88B37E75}" presName="vert1" presStyleCnt="0"/>
      <dgm:spPr/>
    </dgm:pt>
    <dgm:pt modelId="{1E87F2B7-36A8-493C-B4E9-EEF0CBC931CC}" type="pres">
      <dgm:prSet presAssocID="{55C6E6A4-067D-46BD-9852-7A8F0FFB2606}" presName="thickLine" presStyleLbl="alignNode1" presStyleIdx="1" presStyleCnt="5"/>
      <dgm:spPr/>
    </dgm:pt>
    <dgm:pt modelId="{B623C14E-0A6A-4DB4-A3A2-A98B60910AD9}" type="pres">
      <dgm:prSet presAssocID="{55C6E6A4-067D-46BD-9852-7A8F0FFB2606}" presName="horz1" presStyleCnt="0"/>
      <dgm:spPr/>
    </dgm:pt>
    <dgm:pt modelId="{CB7C47F4-840A-4B8C-AE3E-9B7A8B84FE19}" type="pres">
      <dgm:prSet presAssocID="{55C6E6A4-067D-46BD-9852-7A8F0FFB2606}" presName="tx1" presStyleLbl="revTx" presStyleIdx="1" presStyleCnt="5"/>
      <dgm:spPr/>
    </dgm:pt>
    <dgm:pt modelId="{98C9B406-69B4-402B-B4AF-60D456DE7FF5}" type="pres">
      <dgm:prSet presAssocID="{55C6E6A4-067D-46BD-9852-7A8F0FFB2606}" presName="vert1" presStyleCnt="0"/>
      <dgm:spPr/>
    </dgm:pt>
    <dgm:pt modelId="{8446EB53-BE2E-489B-BE90-A44BCAEFEE64}" type="pres">
      <dgm:prSet presAssocID="{A9C8897B-2830-4859-904F-8FF94E2E5920}" presName="thickLine" presStyleLbl="alignNode1" presStyleIdx="2" presStyleCnt="5"/>
      <dgm:spPr/>
    </dgm:pt>
    <dgm:pt modelId="{A0920633-8B34-4C70-9079-5E8C7ABB4F7E}" type="pres">
      <dgm:prSet presAssocID="{A9C8897B-2830-4859-904F-8FF94E2E5920}" presName="horz1" presStyleCnt="0"/>
      <dgm:spPr/>
    </dgm:pt>
    <dgm:pt modelId="{F159442D-9607-4041-A5C2-4697708C5B53}" type="pres">
      <dgm:prSet presAssocID="{A9C8897B-2830-4859-904F-8FF94E2E5920}" presName="tx1" presStyleLbl="revTx" presStyleIdx="2" presStyleCnt="5"/>
      <dgm:spPr/>
    </dgm:pt>
    <dgm:pt modelId="{6A5C6730-CC0F-49F5-AC3D-F88E712D49E6}" type="pres">
      <dgm:prSet presAssocID="{A9C8897B-2830-4859-904F-8FF94E2E5920}" presName="vert1" presStyleCnt="0"/>
      <dgm:spPr/>
    </dgm:pt>
    <dgm:pt modelId="{E618E8F6-25A5-45E8-B1EE-F4D9635E0B58}" type="pres">
      <dgm:prSet presAssocID="{2CDA3AAC-C059-427B-B81A-BCC7A80BB731}" presName="thickLine" presStyleLbl="alignNode1" presStyleIdx="3" presStyleCnt="5"/>
      <dgm:spPr/>
    </dgm:pt>
    <dgm:pt modelId="{253A926B-E39E-47C9-BCAF-11421CC3483C}" type="pres">
      <dgm:prSet presAssocID="{2CDA3AAC-C059-427B-B81A-BCC7A80BB731}" presName="horz1" presStyleCnt="0"/>
      <dgm:spPr/>
    </dgm:pt>
    <dgm:pt modelId="{99E830D8-9319-43A1-AB75-18512AB7191C}" type="pres">
      <dgm:prSet presAssocID="{2CDA3AAC-C059-427B-B81A-BCC7A80BB731}" presName="tx1" presStyleLbl="revTx" presStyleIdx="3" presStyleCnt="5"/>
      <dgm:spPr/>
    </dgm:pt>
    <dgm:pt modelId="{F1D79FD9-223A-48D0-BBFD-D79CAF68E10D}" type="pres">
      <dgm:prSet presAssocID="{2CDA3AAC-C059-427B-B81A-BCC7A80BB731}" presName="vert1" presStyleCnt="0"/>
      <dgm:spPr/>
    </dgm:pt>
    <dgm:pt modelId="{07B786C4-5FCB-4040-8D10-FF9A8EC11128}" type="pres">
      <dgm:prSet presAssocID="{A5B6179B-AC5E-44B5-87C6-C4011E57C05D}" presName="thickLine" presStyleLbl="alignNode1" presStyleIdx="4" presStyleCnt="5"/>
      <dgm:spPr/>
    </dgm:pt>
    <dgm:pt modelId="{C204FA9B-EFAA-48D1-84EB-88ED488B287F}" type="pres">
      <dgm:prSet presAssocID="{A5B6179B-AC5E-44B5-87C6-C4011E57C05D}" presName="horz1" presStyleCnt="0"/>
      <dgm:spPr/>
    </dgm:pt>
    <dgm:pt modelId="{DC9FC922-C574-4259-9E66-E1201234EFA3}" type="pres">
      <dgm:prSet presAssocID="{A5B6179B-AC5E-44B5-87C6-C4011E57C05D}" presName="tx1" presStyleLbl="revTx" presStyleIdx="4" presStyleCnt="5"/>
      <dgm:spPr/>
    </dgm:pt>
    <dgm:pt modelId="{104049E6-E03F-4643-903A-0EC2DEA67289}" type="pres">
      <dgm:prSet presAssocID="{A5B6179B-AC5E-44B5-87C6-C4011E57C05D}" presName="vert1" presStyleCnt="0"/>
      <dgm:spPr/>
    </dgm:pt>
  </dgm:ptLst>
  <dgm:cxnLst>
    <dgm:cxn modelId="{709FD61D-1F14-404C-B23D-9DD51F0D4260}" srcId="{4AE0EDE1-3188-48A3-AAB7-FCDB561DA8A6}" destId="{A5B6179B-AC5E-44B5-87C6-C4011E57C05D}" srcOrd="4" destOrd="0" parTransId="{3912D100-547C-47DD-9CCA-86760B37ACBB}" sibTransId="{DF60FBC7-FF86-4DB1-BE35-D45436B37682}"/>
    <dgm:cxn modelId="{65694029-E9A5-4BE7-A0FA-4094E400FE9A}" type="presOf" srcId="{0FC1F31B-6E77-4302-8DC4-BC7D88B37E75}" destId="{6F1993AC-96B9-42A5-95C4-2AE4330F856E}" srcOrd="0" destOrd="0" presId="urn:microsoft.com/office/officeart/2008/layout/LinedList"/>
    <dgm:cxn modelId="{21CF876E-AD94-4226-9846-ABE72F66C3DD}" srcId="{4AE0EDE1-3188-48A3-AAB7-FCDB561DA8A6}" destId="{55C6E6A4-067D-46BD-9852-7A8F0FFB2606}" srcOrd="1" destOrd="0" parTransId="{2CBAEC14-EF8A-4401-871B-663DC8355006}" sibTransId="{83A3781B-3439-4EC9-BCF1-A1EF7AB48A21}"/>
    <dgm:cxn modelId="{49E30D7D-F17C-4075-BB7F-DB20D41F76B0}" srcId="{4AE0EDE1-3188-48A3-AAB7-FCDB561DA8A6}" destId="{0FC1F31B-6E77-4302-8DC4-BC7D88B37E75}" srcOrd="0" destOrd="0" parTransId="{B9417283-5701-4107-BB02-A7D0B3433967}" sibTransId="{2D36F7A7-A9E3-4550-8E62-EAF2EE5F70D1}"/>
    <dgm:cxn modelId="{F12EAA81-F153-4385-8A5A-55AA1FDA9E0D}" type="presOf" srcId="{2CDA3AAC-C059-427B-B81A-BCC7A80BB731}" destId="{99E830D8-9319-43A1-AB75-18512AB7191C}" srcOrd="0" destOrd="0" presId="urn:microsoft.com/office/officeart/2008/layout/LinedList"/>
    <dgm:cxn modelId="{76D2109A-5CB6-4562-AB0C-E22926211225}" type="presOf" srcId="{A5B6179B-AC5E-44B5-87C6-C4011E57C05D}" destId="{DC9FC922-C574-4259-9E66-E1201234EFA3}" srcOrd="0" destOrd="0" presId="urn:microsoft.com/office/officeart/2008/layout/LinedList"/>
    <dgm:cxn modelId="{D52842A1-7C35-48CB-B6F1-D624384313CC}" type="presOf" srcId="{A9C8897B-2830-4859-904F-8FF94E2E5920}" destId="{F159442D-9607-4041-A5C2-4697708C5B53}" srcOrd="0" destOrd="0" presId="urn:microsoft.com/office/officeart/2008/layout/LinedList"/>
    <dgm:cxn modelId="{4800D1DF-F0EF-4C93-861D-E98817B09504}" srcId="{4AE0EDE1-3188-48A3-AAB7-FCDB561DA8A6}" destId="{A9C8897B-2830-4859-904F-8FF94E2E5920}" srcOrd="2" destOrd="0" parTransId="{17A7B059-5FCF-4896-837B-85E41242C681}" sibTransId="{DC204088-6C83-47D6-81AB-F62F494E0293}"/>
    <dgm:cxn modelId="{185FF7DF-8CF4-4F63-851F-46979E251E78}" srcId="{4AE0EDE1-3188-48A3-AAB7-FCDB561DA8A6}" destId="{2CDA3AAC-C059-427B-B81A-BCC7A80BB731}" srcOrd="3" destOrd="0" parTransId="{6AA34C40-CC4E-4DFD-B357-2D2F6362E291}" sibTransId="{80D93D5E-53CC-4DB8-A143-6A44ED0858CD}"/>
    <dgm:cxn modelId="{DB24F2F3-2202-453A-9A3C-46C324B0006A}" type="presOf" srcId="{55C6E6A4-067D-46BD-9852-7A8F0FFB2606}" destId="{CB7C47F4-840A-4B8C-AE3E-9B7A8B84FE19}" srcOrd="0" destOrd="0" presId="urn:microsoft.com/office/officeart/2008/layout/LinedList"/>
    <dgm:cxn modelId="{E04AA8F7-B6B0-4537-A7B3-652E633F15B9}" type="presOf" srcId="{4AE0EDE1-3188-48A3-AAB7-FCDB561DA8A6}" destId="{B9F59B94-1DBC-430E-A890-17C20A014E30}" srcOrd="0" destOrd="0" presId="urn:microsoft.com/office/officeart/2008/layout/LinedList"/>
    <dgm:cxn modelId="{E652D9D8-4135-482C-B0BA-D4EAD2220408}" type="presParOf" srcId="{B9F59B94-1DBC-430E-A890-17C20A014E30}" destId="{427F79CD-8B3C-4B85-B820-ED127F549D4D}" srcOrd="0" destOrd="0" presId="urn:microsoft.com/office/officeart/2008/layout/LinedList"/>
    <dgm:cxn modelId="{A8161E18-1D43-443F-B0E0-537E9B9B7B43}" type="presParOf" srcId="{B9F59B94-1DBC-430E-A890-17C20A014E30}" destId="{DB7E9230-9D7A-48D1-AE37-697CF819E6CB}" srcOrd="1" destOrd="0" presId="urn:microsoft.com/office/officeart/2008/layout/LinedList"/>
    <dgm:cxn modelId="{44F31555-6D68-4AD3-A8D5-B063DA81D8E4}" type="presParOf" srcId="{DB7E9230-9D7A-48D1-AE37-697CF819E6CB}" destId="{6F1993AC-96B9-42A5-95C4-2AE4330F856E}" srcOrd="0" destOrd="0" presId="urn:microsoft.com/office/officeart/2008/layout/LinedList"/>
    <dgm:cxn modelId="{0FA8987B-9EB5-42A1-A866-6BC4CB15581C}" type="presParOf" srcId="{DB7E9230-9D7A-48D1-AE37-697CF819E6CB}" destId="{BD3BFFD6-5C52-4153-A395-DE01C47E7D25}" srcOrd="1" destOrd="0" presId="urn:microsoft.com/office/officeart/2008/layout/LinedList"/>
    <dgm:cxn modelId="{DC77AA52-7F2B-4482-9A52-ABF05FA47DDB}" type="presParOf" srcId="{B9F59B94-1DBC-430E-A890-17C20A014E30}" destId="{1E87F2B7-36A8-493C-B4E9-EEF0CBC931CC}" srcOrd="2" destOrd="0" presId="urn:microsoft.com/office/officeart/2008/layout/LinedList"/>
    <dgm:cxn modelId="{656FE4CD-C28F-4302-8C9D-F2F59B3D539F}" type="presParOf" srcId="{B9F59B94-1DBC-430E-A890-17C20A014E30}" destId="{B623C14E-0A6A-4DB4-A3A2-A98B60910AD9}" srcOrd="3" destOrd="0" presId="urn:microsoft.com/office/officeart/2008/layout/LinedList"/>
    <dgm:cxn modelId="{2094FD77-FE72-4EA4-BDFE-CD6FCB621D91}" type="presParOf" srcId="{B623C14E-0A6A-4DB4-A3A2-A98B60910AD9}" destId="{CB7C47F4-840A-4B8C-AE3E-9B7A8B84FE19}" srcOrd="0" destOrd="0" presId="urn:microsoft.com/office/officeart/2008/layout/LinedList"/>
    <dgm:cxn modelId="{ECFAB4C6-4E0C-4A34-816E-23C846733350}" type="presParOf" srcId="{B623C14E-0A6A-4DB4-A3A2-A98B60910AD9}" destId="{98C9B406-69B4-402B-B4AF-60D456DE7FF5}" srcOrd="1" destOrd="0" presId="urn:microsoft.com/office/officeart/2008/layout/LinedList"/>
    <dgm:cxn modelId="{02F15DBE-DF2B-4F6F-982A-B306716F5127}" type="presParOf" srcId="{B9F59B94-1DBC-430E-A890-17C20A014E30}" destId="{8446EB53-BE2E-489B-BE90-A44BCAEFEE64}" srcOrd="4" destOrd="0" presId="urn:microsoft.com/office/officeart/2008/layout/LinedList"/>
    <dgm:cxn modelId="{5A414264-7D2A-41FC-9571-68CCCFCA7DD7}" type="presParOf" srcId="{B9F59B94-1DBC-430E-A890-17C20A014E30}" destId="{A0920633-8B34-4C70-9079-5E8C7ABB4F7E}" srcOrd="5" destOrd="0" presId="urn:microsoft.com/office/officeart/2008/layout/LinedList"/>
    <dgm:cxn modelId="{3C6FD183-AE17-43AD-A2F7-6DB12F135F0F}" type="presParOf" srcId="{A0920633-8B34-4C70-9079-5E8C7ABB4F7E}" destId="{F159442D-9607-4041-A5C2-4697708C5B53}" srcOrd="0" destOrd="0" presId="urn:microsoft.com/office/officeart/2008/layout/LinedList"/>
    <dgm:cxn modelId="{81F9F42E-C4E4-4E06-8BB6-9BB7566EFE87}" type="presParOf" srcId="{A0920633-8B34-4C70-9079-5E8C7ABB4F7E}" destId="{6A5C6730-CC0F-49F5-AC3D-F88E712D49E6}" srcOrd="1" destOrd="0" presId="urn:microsoft.com/office/officeart/2008/layout/LinedList"/>
    <dgm:cxn modelId="{88294B85-A1DD-4EA3-BA16-2364242B0F3A}" type="presParOf" srcId="{B9F59B94-1DBC-430E-A890-17C20A014E30}" destId="{E618E8F6-25A5-45E8-B1EE-F4D9635E0B58}" srcOrd="6" destOrd="0" presId="urn:microsoft.com/office/officeart/2008/layout/LinedList"/>
    <dgm:cxn modelId="{833A2EE7-60D7-48F4-BF0B-6B434669ACE7}" type="presParOf" srcId="{B9F59B94-1DBC-430E-A890-17C20A014E30}" destId="{253A926B-E39E-47C9-BCAF-11421CC3483C}" srcOrd="7" destOrd="0" presId="urn:microsoft.com/office/officeart/2008/layout/LinedList"/>
    <dgm:cxn modelId="{48472A0F-8CBD-4868-9AB6-4E00C122A513}" type="presParOf" srcId="{253A926B-E39E-47C9-BCAF-11421CC3483C}" destId="{99E830D8-9319-43A1-AB75-18512AB7191C}" srcOrd="0" destOrd="0" presId="urn:microsoft.com/office/officeart/2008/layout/LinedList"/>
    <dgm:cxn modelId="{D838A4C9-1F1E-439C-A2FE-69C07D491CA4}" type="presParOf" srcId="{253A926B-E39E-47C9-BCAF-11421CC3483C}" destId="{F1D79FD9-223A-48D0-BBFD-D79CAF68E10D}" srcOrd="1" destOrd="0" presId="urn:microsoft.com/office/officeart/2008/layout/LinedList"/>
    <dgm:cxn modelId="{42193C5A-D70B-4314-842D-FCC03861B078}" type="presParOf" srcId="{B9F59B94-1DBC-430E-A890-17C20A014E30}" destId="{07B786C4-5FCB-4040-8D10-FF9A8EC11128}" srcOrd="8" destOrd="0" presId="urn:microsoft.com/office/officeart/2008/layout/LinedList"/>
    <dgm:cxn modelId="{3B30DE68-7714-47D7-AC29-EF9E32981BF5}" type="presParOf" srcId="{B9F59B94-1DBC-430E-A890-17C20A014E30}" destId="{C204FA9B-EFAA-48D1-84EB-88ED488B287F}" srcOrd="9" destOrd="0" presId="urn:microsoft.com/office/officeart/2008/layout/LinedList"/>
    <dgm:cxn modelId="{646DB2AB-A53F-4469-9A56-8F5E9D6CEA32}" type="presParOf" srcId="{C204FA9B-EFAA-48D1-84EB-88ED488B287F}" destId="{DC9FC922-C574-4259-9E66-E1201234EFA3}" srcOrd="0" destOrd="0" presId="urn:microsoft.com/office/officeart/2008/layout/LinedList"/>
    <dgm:cxn modelId="{A05C55BF-C388-4CB4-BC2C-9BE8ADB91E07}" type="presParOf" srcId="{C204FA9B-EFAA-48D1-84EB-88ED488B287F}" destId="{104049E6-E03F-4643-903A-0EC2DEA6728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AE0EDE1-3188-48A3-AAB7-FCDB561DA8A6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C1F31B-6E77-4302-8DC4-BC7D88B37E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1"/>
              </a:solidFill>
              <a:latin typeface="Canva Sans"/>
              <a:ea typeface="Canva Sans"/>
              <a:cs typeface="Canva Sans"/>
              <a:sym typeface="Canva Sans"/>
            </a:rPr>
            <a:t>📊 Doughnut chart → Spending by category</a:t>
          </a:r>
          <a:endParaRPr lang="en-US" dirty="0">
            <a:solidFill>
              <a:schemeClr val="tx1"/>
            </a:solidFill>
          </a:endParaRPr>
        </a:p>
      </dgm:t>
    </dgm:pt>
    <dgm:pt modelId="{B9417283-5701-4107-BB02-A7D0B3433967}" type="parTrans" cxnId="{49E30D7D-F17C-4075-BB7F-DB20D41F76B0}">
      <dgm:prSet/>
      <dgm:spPr/>
      <dgm:t>
        <a:bodyPr/>
        <a:lstStyle/>
        <a:p>
          <a:endParaRPr lang="en-US"/>
        </a:p>
      </dgm:t>
    </dgm:pt>
    <dgm:pt modelId="{2D36F7A7-A9E3-4550-8E62-EAF2EE5F70D1}" type="sibTrans" cxnId="{49E30D7D-F17C-4075-BB7F-DB20D41F76B0}">
      <dgm:prSet/>
      <dgm:spPr/>
      <dgm:t>
        <a:bodyPr/>
        <a:lstStyle/>
        <a:p>
          <a:endParaRPr lang="en-US"/>
        </a:p>
      </dgm:t>
    </dgm:pt>
    <dgm:pt modelId="{190B6ED2-085D-4EF4-BE01-2F206AA684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/>
              </a:solidFill>
              <a:latin typeface="Canva Sans"/>
              <a:ea typeface="Canva Sans"/>
              <a:cs typeface="Canva Sans"/>
              <a:sym typeface="Canva Sans"/>
            </a:rPr>
            <a:t>📈 Bar chart → Monthly spending trend</a:t>
          </a:r>
        </a:p>
      </dgm:t>
    </dgm:pt>
    <dgm:pt modelId="{FF03668B-C016-4BAC-B89E-C3BE443D065F}" type="parTrans" cxnId="{E170A9F6-E23F-486C-920E-1410C919853F}">
      <dgm:prSet/>
      <dgm:spPr/>
      <dgm:t>
        <a:bodyPr/>
        <a:lstStyle/>
        <a:p>
          <a:endParaRPr lang="en-US"/>
        </a:p>
      </dgm:t>
    </dgm:pt>
    <dgm:pt modelId="{9888068C-9358-4749-8474-25F7D7D01A0A}" type="sibTrans" cxnId="{E170A9F6-E23F-486C-920E-1410C919853F}">
      <dgm:prSet/>
      <dgm:spPr/>
      <dgm:t>
        <a:bodyPr/>
        <a:lstStyle/>
        <a:p>
          <a:endParaRPr lang="en-US"/>
        </a:p>
      </dgm:t>
    </dgm:pt>
    <dgm:pt modelId="{B689C33C-EE88-41F0-83B7-E2BB8BEC52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/>
              </a:solidFill>
              <a:latin typeface="Canva Sans"/>
              <a:ea typeface="Canva Sans"/>
              <a:cs typeface="Canva Sans"/>
              <a:sym typeface="Canva Sans"/>
            </a:rPr>
            <a:t>💰 Expense statistics</a:t>
          </a:r>
        </a:p>
      </dgm:t>
    </dgm:pt>
    <dgm:pt modelId="{4BB73477-0844-45C0-8EAD-7A93BF719E3B}" type="parTrans" cxnId="{3CA52E41-7381-4932-9280-8C73E4E24FF8}">
      <dgm:prSet/>
      <dgm:spPr/>
      <dgm:t>
        <a:bodyPr/>
        <a:lstStyle/>
        <a:p>
          <a:endParaRPr lang="en-US"/>
        </a:p>
      </dgm:t>
    </dgm:pt>
    <dgm:pt modelId="{F42F3F49-00BF-4451-947A-1C4F72F41467}" type="sibTrans" cxnId="{3CA52E41-7381-4932-9280-8C73E4E24FF8}">
      <dgm:prSet/>
      <dgm:spPr/>
      <dgm:t>
        <a:bodyPr/>
        <a:lstStyle/>
        <a:p>
          <a:endParaRPr lang="en-US"/>
        </a:p>
      </dgm:t>
    </dgm:pt>
    <dgm:pt modelId="{CF5438B6-7AAB-4A37-AAD9-56AB294CD610}" type="pres">
      <dgm:prSet presAssocID="{4AE0EDE1-3188-48A3-AAB7-FCDB561DA8A6}" presName="root" presStyleCnt="0">
        <dgm:presLayoutVars>
          <dgm:dir/>
          <dgm:resizeHandles val="exact"/>
        </dgm:presLayoutVars>
      </dgm:prSet>
      <dgm:spPr/>
    </dgm:pt>
    <dgm:pt modelId="{84B86E7F-B48F-482D-BE4D-BD201C0AB928}" type="pres">
      <dgm:prSet presAssocID="{0FC1F31B-6E77-4302-8DC4-BC7D88B37E75}" presName="compNode" presStyleCnt="0"/>
      <dgm:spPr/>
    </dgm:pt>
    <dgm:pt modelId="{A8E60640-C7D0-44B4-8789-C19240DE69D5}" type="pres">
      <dgm:prSet presAssocID="{0FC1F31B-6E77-4302-8DC4-BC7D88B37E75}" presName="bgRect" presStyleLbl="bgShp" presStyleIdx="0" presStyleCnt="3"/>
      <dgm:spPr/>
    </dgm:pt>
    <dgm:pt modelId="{B178042E-8229-4359-BE78-9641679FB60E}" type="pres">
      <dgm:prSet presAssocID="{0FC1F31B-6E77-4302-8DC4-BC7D88B37E7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7E317462-BAE2-4175-82C8-3F7B7311ADB4}" type="pres">
      <dgm:prSet presAssocID="{0FC1F31B-6E77-4302-8DC4-BC7D88B37E75}" presName="spaceRect" presStyleCnt="0"/>
      <dgm:spPr/>
    </dgm:pt>
    <dgm:pt modelId="{FB01B190-AB43-499F-9A99-BD164344E34B}" type="pres">
      <dgm:prSet presAssocID="{0FC1F31B-6E77-4302-8DC4-BC7D88B37E75}" presName="parTx" presStyleLbl="revTx" presStyleIdx="0" presStyleCnt="3">
        <dgm:presLayoutVars>
          <dgm:chMax val="0"/>
          <dgm:chPref val="0"/>
        </dgm:presLayoutVars>
      </dgm:prSet>
      <dgm:spPr/>
    </dgm:pt>
    <dgm:pt modelId="{5B6BA9F2-A5E8-443A-99CF-5FF5006DAE4D}" type="pres">
      <dgm:prSet presAssocID="{2D36F7A7-A9E3-4550-8E62-EAF2EE5F70D1}" presName="sibTrans" presStyleCnt="0"/>
      <dgm:spPr/>
    </dgm:pt>
    <dgm:pt modelId="{90EE0876-CBC1-44B2-8250-431A0C91FADD}" type="pres">
      <dgm:prSet presAssocID="{190B6ED2-085D-4EF4-BE01-2F206AA684D6}" presName="compNode" presStyleCnt="0"/>
      <dgm:spPr/>
    </dgm:pt>
    <dgm:pt modelId="{F52CFAD8-0EB6-4F10-B1B9-2A08094EB2F0}" type="pres">
      <dgm:prSet presAssocID="{190B6ED2-085D-4EF4-BE01-2F206AA684D6}" presName="bgRect" presStyleLbl="bgShp" presStyleIdx="1" presStyleCnt="3"/>
      <dgm:spPr/>
    </dgm:pt>
    <dgm:pt modelId="{35E48C22-6B9C-43C7-9983-249ECCF1FE1A}" type="pres">
      <dgm:prSet presAssocID="{190B6ED2-085D-4EF4-BE01-2F206AA684D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6C61800-FE46-4AAA-BDB5-629695E1D89C}" type="pres">
      <dgm:prSet presAssocID="{190B6ED2-085D-4EF4-BE01-2F206AA684D6}" presName="spaceRect" presStyleCnt="0"/>
      <dgm:spPr/>
    </dgm:pt>
    <dgm:pt modelId="{FBB61F7F-427D-4361-8FFD-C19AD52873A7}" type="pres">
      <dgm:prSet presAssocID="{190B6ED2-085D-4EF4-BE01-2F206AA684D6}" presName="parTx" presStyleLbl="revTx" presStyleIdx="1" presStyleCnt="3">
        <dgm:presLayoutVars>
          <dgm:chMax val="0"/>
          <dgm:chPref val="0"/>
        </dgm:presLayoutVars>
      </dgm:prSet>
      <dgm:spPr/>
    </dgm:pt>
    <dgm:pt modelId="{991BD4E4-5700-4BF8-8137-50F24CF96401}" type="pres">
      <dgm:prSet presAssocID="{9888068C-9358-4749-8474-25F7D7D01A0A}" presName="sibTrans" presStyleCnt="0"/>
      <dgm:spPr/>
    </dgm:pt>
    <dgm:pt modelId="{F27C871D-1CE0-4AC4-9A95-12794A87EEC9}" type="pres">
      <dgm:prSet presAssocID="{B689C33C-EE88-41F0-83B7-E2BB8BEC52D4}" presName="compNode" presStyleCnt="0"/>
      <dgm:spPr/>
    </dgm:pt>
    <dgm:pt modelId="{9BA6B457-F3B7-4730-A28D-2197E68D74BE}" type="pres">
      <dgm:prSet presAssocID="{B689C33C-EE88-41F0-83B7-E2BB8BEC52D4}" presName="bgRect" presStyleLbl="bgShp" presStyleIdx="2" presStyleCnt="3"/>
      <dgm:spPr/>
    </dgm:pt>
    <dgm:pt modelId="{FC129041-8E78-43BE-90C8-3B7008EE53B8}" type="pres">
      <dgm:prSet presAssocID="{B689C33C-EE88-41F0-83B7-E2BB8BEC52D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4D1D1E94-C1A8-4B25-BE9A-C1EF068AA943}" type="pres">
      <dgm:prSet presAssocID="{B689C33C-EE88-41F0-83B7-E2BB8BEC52D4}" presName="spaceRect" presStyleCnt="0"/>
      <dgm:spPr/>
    </dgm:pt>
    <dgm:pt modelId="{C7C8336F-6C5D-4FEF-A94C-012D3D3236DF}" type="pres">
      <dgm:prSet presAssocID="{B689C33C-EE88-41F0-83B7-E2BB8BEC52D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CA52E41-7381-4932-9280-8C73E4E24FF8}" srcId="{4AE0EDE1-3188-48A3-AAB7-FCDB561DA8A6}" destId="{B689C33C-EE88-41F0-83B7-E2BB8BEC52D4}" srcOrd="2" destOrd="0" parTransId="{4BB73477-0844-45C0-8EAD-7A93BF719E3B}" sibTransId="{F42F3F49-00BF-4451-947A-1C4F72F41467}"/>
    <dgm:cxn modelId="{FFD5404E-1ED8-46DE-89C8-A281CD6A4A30}" type="presOf" srcId="{0FC1F31B-6E77-4302-8DC4-BC7D88B37E75}" destId="{FB01B190-AB43-499F-9A99-BD164344E34B}" srcOrd="0" destOrd="0" presId="urn:microsoft.com/office/officeart/2018/2/layout/IconVerticalSolidList"/>
    <dgm:cxn modelId="{49E30D7D-F17C-4075-BB7F-DB20D41F76B0}" srcId="{4AE0EDE1-3188-48A3-AAB7-FCDB561DA8A6}" destId="{0FC1F31B-6E77-4302-8DC4-BC7D88B37E75}" srcOrd="0" destOrd="0" parTransId="{B9417283-5701-4107-BB02-A7D0B3433967}" sibTransId="{2D36F7A7-A9E3-4550-8E62-EAF2EE5F70D1}"/>
    <dgm:cxn modelId="{84317F90-CE3E-4EF6-9398-AFF2160B257A}" type="presOf" srcId="{4AE0EDE1-3188-48A3-AAB7-FCDB561DA8A6}" destId="{CF5438B6-7AAB-4A37-AAD9-56AB294CD610}" srcOrd="0" destOrd="0" presId="urn:microsoft.com/office/officeart/2018/2/layout/IconVerticalSolidList"/>
    <dgm:cxn modelId="{8AB84399-9FAB-45ED-8886-0884BC4BB09C}" type="presOf" srcId="{190B6ED2-085D-4EF4-BE01-2F206AA684D6}" destId="{FBB61F7F-427D-4361-8FFD-C19AD52873A7}" srcOrd="0" destOrd="0" presId="urn:microsoft.com/office/officeart/2018/2/layout/IconVerticalSolidList"/>
    <dgm:cxn modelId="{2F79B1D4-D3F8-4030-B267-B587D0003EC7}" type="presOf" srcId="{B689C33C-EE88-41F0-83B7-E2BB8BEC52D4}" destId="{C7C8336F-6C5D-4FEF-A94C-012D3D3236DF}" srcOrd="0" destOrd="0" presId="urn:microsoft.com/office/officeart/2018/2/layout/IconVerticalSolidList"/>
    <dgm:cxn modelId="{E170A9F6-E23F-486C-920E-1410C919853F}" srcId="{4AE0EDE1-3188-48A3-AAB7-FCDB561DA8A6}" destId="{190B6ED2-085D-4EF4-BE01-2F206AA684D6}" srcOrd="1" destOrd="0" parTransId="{FF03668B-C016-4BAC-B89E-C3BE443D065F}" sibTransId="{9888068C-9358-4749-8474-25F7D7D01A0A}"/>
    <dgm:cxn modelId="{EF794B41-D78F-4F87-BF64-E1947BA533A1}" type="presParOf" srcId="{CF5438B6-7AAB-4A37-AAD9-56AB294CD610}" destId="{84B86E7F-B48F-482D-BE4D-BD201C0AB928}" srcOrd="0" destOrd="0" presId="urn:microsoft.com/office/officeart/2018/2/layout/IconVerticalSolidList"/>
    <dgm:cxn modelId="{1D3DAABD-145A-4667-8AA5-3F747EEE6E36}" type="presParOf" srcId="{84B86E7F-B48F-482D-BE4D-BD201C0AB928}" destId="{A8E60640-C7D0-44B4-8789-C19240DE69D5}" srcOrd="0" destOrd="0" presId="urn:microsoft.com/office/officeart/2018/2/layout/IconVerticalSolidList"/>
    <dgm:cxn modelId="{E9EE482B-5E91-46C7-8673-4ADC0BC67015}" type="presParOf" srcId="{84B86E7F-B48F-482D-BE4D-BD201C0AB928}" destId="{B178042E-8229-4359-BE78-9641679FB60E}" srcOrd="1" destOrd="0" presId="urn:microsoft.com/office/officeart/2018/2/layout/IconVerticalSolidList"/>
    <dgm:cxn modelId="{618AD700-21E1-4A4E-B81B-611F738DCDB4}" type="presParOf" srcId="{84B86E7F-B48F-482D-BE4D-BD201C0AB928}" destId="{7E317462-BAE2-4175-82C8-3F7B7311ADB4}" srcOrd="2" destOrd="0" presId="urn:microsoft.com/office/officeart/2018/2/layout/IconVerticalSolidList"/>
    <dgm:cxn modelId="{CC4FFE1C-06F6-4A3D-B3C8-84DEB1DF66A4}" type="presParOf" srcId="{84B86E7F-B48F-482D-BE4D-BD201C0AB928}" destId="{FB01B190-AB43-499F-9A99-BD164344E34B}" srcOrd="3" destOrd="0" presId="urn:microsoft.com/office/officeart/2018/2/layout/IconVerticalSolidList"/>
    <dgm:cxn modelId="{DBAD0742-418C-41A0-A2EF-66F06E9D31BD}" type="presParOf" srcId="{CF5438B6-7AAB-4A37-AAD9-56AB294CD610}" destId="{5B6BA9F2-A5E8-443A-99CF-5FF5006DAE4D}" srcOrd="1" destOrd="0" presId="urn:microsoft.com/office/officeart/2018/2/layout/IconVerticalSolidList"/>
    <dgm:cxn modelId="{B5BA4B53-FAD1-448C-854E-6D5337EAF7E3}" type="presParOf" srcId="{CF5438B6-7AAB-4A37-AAD9-56AB294CD610}" destId="{90EE0876-CBC1-44B2-8250-431A0C91FADD}" srcOrd="2" destOrd="0" presId="urn:microsoft.com/office/officeart/2018/2/layout/IconVerticalSolidList"/>
    <dgm:cxn modelId="{57D02F29-170B-4190-9944-501493E14346}" type="presParOf" srcId="{90EE0876-CBC1-44B2-8250-431A0C91FADD}" destId="{F52CFAD8-0EB6-4F10-B1B9-2A08094EB2F0}" srcOrd="0" destOrd="0" presId="urn:microsoft.com/office/officeart/2018/2/layout/IconVerticalSolidList"/>
    <dgm:cxn modelId="{010A0AB2-B732-4EF5-B90B-A1662E7DD308}" type="presParOf" srcId="{90EE0876-CBC1-44B2-8250-431A0C91FADD}" destId="{35E48C22-6B9C-43C7-9983-249ECCF1FE1A}" srcOrd="1" destOrd="0" presId="urn:microsoft.com/office/officeart/2018/2/layout/IconVerticalSolidList"/>
    <dgm:cxn modelId="{67481676-D380-4AB2-839A-FE0C5587302C}" type="presParOf" srcId="{90EE0876-CBC1-44B2-8250-431A0C91FADD}" destId="{76C61800-FE46-4AAA-BDB5-629695E1D89C}" srcOrd="2" destOrd="0" presId="urn:microsoft.com/office/officeart/2018/2/layout/IconVerticalSolidList"/>
    <dgm:cxn modelId="{D946000E-3FF8-4D15-8D0F-F922C3F9FE5A}" type="presParOf" srcId="{90EE0876-CBC1-44B2-8250-431A0C91FADD}" destId="{FBB61F7F-427D-4361-8FFD-C19AD52873A7}" srcOrd="3" destOrd="0" presId="urn:microsoft.com/office/officeart/2018/2/layout/IconVerticalSolidList"/>
    <dgm:cxn modelId="{987236E9-4B13-45DA-9829-70251A8E0378}" type="presParOf" srcId="{CF5438B6-7AAB-4A37-AAD9-56AB294CD610}" destId="{991BD4E4-5700-4BF8-8137-50F24CF96401}" srcOrd="3" destOrd="0" presId="urn:microsoft.com/office/officeart/2018/2/layout/IconVerticalSolidList"/>
    <dgm:cxn modelId="{2E94D348-985D-4A58-8A93-63B6AA9EFB45}" type="presParOf" srcId="{CF5438B6-7AAB-4A37-AAD9-56AB294CD610}" destId="{F27C871D-1CE0-4AC4-9A95-12794A87EEC9}" srcOrd="4" destOrd="0" presId="urn:microsoft.com/office/officeart/2018/2/layout/IconVerticalSolidList"/>
    <dgm:cxn modelId="{62141C0F-37B8-4857-B330-A568EDDD5EAB}" type="presParOf" srcId="{F27C871D-1CE0-4AC4-9A95-12794A87EEC9}" destId="{9BA6B457-F3B7-4730-A28D-2197E68D74BE}" srcOrd="0" destOrd="0" presId="urn:microsoft.com/office/officeart/2018/2/layout/IconVerticalSolidList"/>
    <dgm:cxn modelId="{6D79BF3F-3C2D-460A-A553-551E4DEC4290}" type="presParOf" srcId="{F27C871D-1CE0-4AC4-9A95-12794A87EEC9}" destId="{FC129041-8E78-43BE-90C8-3B7008EE53B8}" srcOrd="1" destOrd="0" presId="urn:microsoft.com/office/officeart/2018/2/layout/IconVerticalSolidList"/>
    <dgm:cxn modelId="{1FD1603E-F2A1-4A16-9A2B-939A9E40945E}" type="presParOf" srcId="{F27C871D-1CE0-4AC4-9A95-12794A87EEC9}" destId="{4D1D1E94-C1A8-4B25-BE9A-C1EF068AA943}" srcOrd="2" destOrd="0" presId="urn:microsoft.com/office/officeart/2018/2/layout/IconVerticalSolidList"/>
    <dgm:cxn modelId="{F9331AAD-507A-4220-A3F5-65B0EDEF737D}" type="presParOf" srcId="{F27C871D-1CE0-4AC4-9A95-12794A87EEC9}" destId="{C7C8336F-6C5D-4FEF-A94C-012D3D3236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E0EDE1-3188-48A3-AAB7-FCDB561DA8A6}" type="doc">
      <dgm:prSet loTypeId="urn:microsoft.com/office/officeart/2018/2/layout/IconCircle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C1F31B-6E77-4302-8DC4-BC7D88B37E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Install Java JDK 25+</a:t>
          </a:r>
        </a:p>
      </dgm:t>
    </dgm:pt>
    <dgm:pt modelId="{B9417283-5701-4107-BB02-A7D0B3433967}" type="parTrans" cxnId="{49E30D7D-F17C-4075-BB7F-DB20D41F76B0}">
      <dgm:prSet/>
      <dgm:spPr/>
      <dgm:t>
        <a:bodyPr/>
        <a:lstStyle/>
        <a:p>
          <a:endParaRPr lang="en-US"/>
        </a:p>
      </dgm:t>
    </dgm:pt>
    <dgm:pt modelId="{2D36F7A7-A9E3-4550-8E62-EAF2EE5F70D1}" type="sibTrans" cxnId="{49E30D7D-F17C-4075-BB7F-DB20D41F76B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C8897B-2830-4859-904F-8FF94E2E59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nva Sans"/>
              <a:ea typeface="Canva Sans"/>
              <a:cs typeface="Canva Sans"/>
              <a:sym typeface="Canva Sans"/>
            </a:rPr>
            <a:t>Run the application</a:t>
          </a:r>
        </a:p>
      </dgm:t>
    </dgm:pt>
    <dgm:pt modelId="{17A7B059-5FCF-4896-837B-85E41242C681}" type="parTrans" cxnId="{4800D1DF-F0EF-4C93-861D-E98817B09504}">
      <dgm:prSet/>
      <dgm:spPr/>
      <dgm:t>
        <a:bodyPr/>
        <a:lstStyle/>
        <a:p>
          <a:endParaRPr lang="en-US"/>
        </a:p>
      </dgm:t>
    </dgm:pt>
    <dgm:pt modelId="{DC204088-6C83-47D6-81AB-F62F494E0293}" type="sibTrans" cxnId="{4800D1DF-F0EF-4C93-861D-E98817B0950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DA3AAC-C059-427B-B81A-BCC7A80BB7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 browser at localhost:8080</a:t>
          </a:r>
          <a:endParaRPr lang="en-US">
            <a:latin typeface="Canva Sans"/>
            <a:ea typeface="Canva Sans"/>
            <a:cs typeface="Canva Sans"/>
            <a:sym typeface="Canva Sans"/>
          </a:endParaRPr>
        </a:p>
      </dgm:t>
    </dgm:pt>
    <dgm:pt modelId="{6AA34C40-CC4E-4DFD-B357-2D2F6362E291}" type="parTrans" cxnId="{185FF7DF-8CF4-4F63-851F-46979E251E78}">
      <dgm:prSet/>
      <dgm:spPr/>
      <dgm:t>
        <a:bodyPr/>
        <a:lstStyle/>
        <a:p>
          <a:endParaRPr lang="en-US"/>
        </a:p>
      </dgm:t>
    </dgm:pt>
    <dgm:pt modelId="{80D93D5E-53CC-4DB8-A143-6A44ED0858CD}" type="sibTrans" cxnId="{185FF7DF-8CF4-4F63-851F-46979E251E78}">
      <dgm:prSet/>
      <dgm:spPr/>
      <dgm:t>
        <a:bodyPr/>
        <a:lstStyle/>
        <a:p>
          <a:endParaRPr lang="en-US"/>
        </a:p>
      </dgm:t>
    </dgm:pt>
    <dgm:pt modelId="{55C6E6A4-067D-46BD-9852-7A8F0FFB26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Compile Java source files </a:t>
          </a:r>
          <a:endParaRPr lang="en-US">
            <a:latin typeface="Canva Sans"/>
            <a:ea typeface="Canva Sans"/>
            <a:cs typeface="Canva Sans"/>
            <a:sym typeface="Canva Sans"/>
          </a:endParaRPr>
        </a:p>
      </dgm:t>
    </dgm:pt>
    <dgm:pt modelId="{83A3781B-3439-4EC9-BCF1-A1EF7AB48A21}" type="sibTrans" cxnId="{21CF876E-AD94-4226-9846-ABE72F66C3DD}">
      <dgm:prSet/>
      <dgm:spPr/>
      <dgm:t>
        <a:bodyPr/>
        <a:lstStyle/>
        <a:p>
          <a:endParaRPr lang="en-US"/>
        </a:p>
      </dgm:t>
    </dgm:pt>
    <dgm:pt modelId="{2CBAEC14-EF8A-4401-871B-663DC8355006}" type="parTrans" cxnId="{21CF876E-AD94-4226-9846-ABE72F66C3DD}">
      <dgm:prSet/>
      <dgm:spPr/>
      <dgm:t>
        <a:bodyPr/>
        <a:lstStyle/>
        <a:p>
          <a:endParaRPr lang="en-US"/>
        </a:p>
      </dgm:t>
    </dgm:pt>
    <dgm:pt modelId="{83E85D02-83FE-4751-AF99-3C04B06C529A}" type="pres">
      <dgm:prSet presAssocID="{4AE0EDE1-3188-48A3-AAB7-FCDB561DA8A6}" presName="root" presStyleCnt="0">
        <dgm:presLayoutVars>
          <dgm:dir/>
          <dgm:resizeHandles val="exact"/>
        </dgm:presLayoutVars>
      </dgm:prSet>
      <dgm:spPr/>
    </dgm:pt>
    <dgm:pt modelId="{43901055-279A-41E9-930E-8FE92134ABF2}" type="pres">
      <dgm:prSet presAssocID="{4AE0EDE1-3188-48A3-AAB7-FCDB561DA8A6}" presName="container" presStyleCnt="0">
        <dgm:presLayoutVars>
          <dgm:dir/>
          <dgm:resizeHandles val="exact"/>
        </dgm:presLayoutVars>
      </dgm:prSet>
      <dgm:spPr/>
    </dgm:pt>
    <dgm:pt modelId="{30059A3D-C129-4CF5-A9AD-A1FA6F5FC326}" type="pres">
      <dgm:prSet presAssocID="{0FC1F31B-6E77-4302-8DC4-BC7D88B37E75}" presName="compNode" presStyleCnt="0"/>
      <dgm:spPr/>
    </dgm:pt>
    <dgm:pt modelId="{2F0B6F28-251B-490D-B5C3-09F977FB7C26}" type="pres">
      <dgm:prSet presAssocID="{0FC1F31B-6E77-4302-8DC4-BC7D88B37E75}" presName="iconBgRect" presStyleLbl="bgShp" presStyleIdx="0" presStyleCnt="4"/>
      <dgm:spPr/>
    </dgm:pt>
    <dgm:pt modelId="{33DC52C9-E54F-4095-9ABF-4A8FF09FDB97}" type="pres">
      <dgm:prSet presAssocID="{0FC1F31B-6E77-4302-8DC4-BC7D88B37E7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23A587BE-D305-4A47-A352-98A648AB0D0D}" type="pres">
      <dgm:prSet presAssocID="{0FC1F31B-6E77-4302-8DC4-BC7D88B37E75}" presName="spaceRect" presStyleCnt="0"/>
      <dgm:spPr/>
    </dgm:pt>
    <dgm:pt modelId="{5A65E256-5BA6-4228-AB4D-9C797817C622}" type="pres">
      <dgm:prSet presAssocID="{0FC1F31B-6E77-4302-8DC4-BC7D88B37E75}" presName="textRect" presStyleLbl="revTx" presStyleIdx="0" presStyleCnt="4">
        <dgm:presLayoutVars>
          <dgm:chMax val="1"/>
          <dgm:chPref val="1"/>
        </dgm:presLayoutVars>
      </dgm:prSet>
      <dgm:spPr/>
    </dgm:pt>
    <dgm:pt modelId="{CFF8BED0-0129-4FA2-9963-81ABC971D8C1}" type="pres">
      <dgm:prSet presAssocID="{2D36F7A7-A9E3-4550-8E62-EAF2EE5F70D1}" presName="sibTrans" presStyleLbl="sibTrans2D1" presStyleIdx="0" presStyleCnt="0"/>
      <dgm:spPr/>
    </dgm:pt>
    <dgm:pt modelId="{44907080-DD8A-40E3-B2E5-34D744B8F489}" type="pres">
      <dgm:prSet presAssocID="{55C6E6A4-067D-46BD-9852-7A8F0FFB2606}" presName="compNode" presStyleCnt="0"/>
      <dgm:spPr/>
    </dgm:pt>
    <dgm:pt modelId="{0421C34B-B48E-4E24-A5BD-766C69144A41}" type="pres">
      <dgm:prSet presAssocID="{55C6E6A4-067D-46BD-9852-7A8F0FFB2606}" presName="iconBgRect" presStyleLbl="bgShp" presStyleIdx="1" presStyleCnt="4"/>
      <dgm:spPr/>
    </dgm:pt>
    <dgm:pt modelId="{B9FC7B8C-B1E1-41D2-BBBE-EFF0D1C46F48}" type="pres">
      <dgm:prSet presAssocID="{55C6E6A4-067D-46BD-9852-7A8F0FFB260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D7B97135-CD1C-4D8D-90EF-D9649BECF934}" type="pres">
      <dgm:prSet presAssocID="{55C6E6A4-067D-46BD-9852-7A8F0FFB2606}" presName="spaceRect" presStyleCnt="0"/>
      <dgm:spPr/>
    </dgm:pt>
    <dgm:pt modelId="{B359F708-985C-4520-95A4-479DB0A84510}" type="pres">
      <dgm:prSet presAssocID="{55C6E6A4-067D-46BD-9852-7A8F0FFB2606}" presName="textRect" presStyleLbl="revTx" presStyleIdx="1" presStyleCnt="4">
        <dgm:presLayoutVars>
          <dgm:chMax val="1"/>
          <dgm:chPref val="1"/>
        </dgm:presLayoutVars>
      </dgm:prSet>
      <dgm:spPr/>
    </dgm:pt>
    <dgm:pt modelId="{FD5B0FD4-4E7F-4AD7-A227-DB40343B5F09}" type="pres">
      <dgm:prSet presAssocID="{83A3781B-3439-4EC9-BCF1-A1EF7AB48A21}" presName="sibTrans" presStyleLbl="sibTrans2D1" presStyleIdx="0" presStyleCnt="0"/>
      <dgm:spPr/>
    </dgm:pt>
    <dgm:pt modelId="{1288E2A8-7E7E-4340-90D7-CFA54273C67D}" type="pres">
      <dgm:prSet presAssocID="{A9C8897B-2830-4859-904F-8FF94E2E5920}" presName="compNode" presStyleCnt="0"/>
      <dgm:spPr/>
    </dgm:pt>
    <dgm:pt modelId="{C2094519-E34B-49C7-A55B-B7718D158ADA}" type="pres">
      <dgm:prSet presAssocID="{A9C8897B-2830-4859-904F-8FF94E2E5920}" presName="iconBgRect" presStyleLbl="bgShp" presStyleIdx="2" presStyleCnt="4"/>
      <dgm:spPr/>
    </dgm:pt>
    <dgm:pt modelId="{047A1B60-41DD-4506-A3A8-2619A071CFF1}" type="pres">
      <dgm:prSet presAssocID="{A9C8897B-2830-4859-904F-8FF94E2E592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A72E557F-8813-4526-9E52-0A84754FDF54}" type="pres">
      <dgm:prSet presAssocID="{A9C8897B-2830-4859-904F-8FF94E2E5920}" presName="spaceRect" presStyleCnt="0"/>
      <dgm:spPr/>
    </dgm:pt>
    <dgm:pt modelId="{8116653B-6E66-45DE-8A9F-1AFB3B68C82C}" type="pres">
      <dgm:prSet presAssocID="{A9C8897B-2830-4859-904F-8FF94E2E5920}" presName="textRect" presStyleLbl="revTx" presStyleIdx="2" presStyleCnt="4">
        <dgm:presLayoutVars>
          <dgm:chMax val="1"/>
          <dgm:chPref val="1"/>
        </dgm:presLayoutVars>
      </dgm:prSet>
      <dgm:spPr/>
    </dgm:pt>
    <dgm:pt modelId="{DA29C1C3-78C0-4A50-AC2B-E164A3EBF82F}" type="pres">
      <dgm:prSet presAssocID="{DC204088-6C83-47D6-81AB-F62F494E0293}" presName="sibTrans" presStyleLbl="sibTrans2D1" presStyleIdx="0" presStyleCnt="0"/>
      <dgm:spPr/>
    </dgm:pt>
    <dgm:pt modelId="{33230F1C-3ED0-4A4F-B87F-C181DAC80CDB}" type="pres">
      <dgm:prSet presAssocID="{2CDA3AAC-C059-427B-B81A-BCC7A80BB731}" presName="compNode" presStyleCnt="0"/>
      <dgm:spPr/>
    </dgm:pt>
    <dgm:pt modelId="{BAAAFC19-BE23-4D01-88D5-DCD0E697E620}" type="pres">
      <dgm:prSet presAssocID="{2CDA3AAC-C059-427B-B81A-BCC7A80BB731}" presName="iconBgRect" presStyleLbl="bgShp" presStyleIdx="3" presStyleCnt="4"/>
      <dgm:spPr/>
    </dgm:pt>
    <dgm:pt modelId="{7230CA32-DE6A-4A68-9A19-373C4ED2C2C6}" type="pres">
      <dgm:prSet presAssocID="{2CDA3AAC-C059-427B-B81A-BCC7A80BB73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B2C0E3C-58F5-4E14-887D-01668692602B}" type="pres">
      <dgm:prSet presAssocID="{2CDA3AAC-C059-427B-B81A-BCC7A80BB731}" presName="spaceRect" presStyleCnt="0"/>
      <dgm:spPr/>
    </dgm:pt>
    <dgm:pt modelId="{F0765F55-0EC6-4764-8983-CD49C05C2051}" type="pres">
      <dgm:prSet presAssocID="{2CDA3AAC-C059-427B-B81A-BCC7A80BB73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0EBBF05-1BDA-4D1D-BFCF-1D200290811B}" type="presOf" srcId="{DC204088-6C83-47D6-81AB-F62F494E0293}" destId="{DA29C1C3-78C0-4A50-AC2B-E164A3EBF82F}" srcOrd="0" destOrd="0" presId="urn:microsoft.com/office/officeart/2018/2/layout/IconCircleList"/>
    <dgm:cxn modelId="{92A1921D-727C-47D3-97A9-96FB2643602A}" type="presOf" srcId="{0FC1F31B-6E77-4302-8DC4-BC7D88B37E75}" destId="{5A65E256-5BA6-4228-AB4D-9C797817C622}" srcOrd="0" destOrd="0" presId="urn:microsoft.com/office/officeart/2018/2/layout/IconCircleList"/>
    <dgm:cxn modelId="{2CBFFD29-E204-4823-9067-D6CAADBB6517}" type="presOf" srcId="{4AE0EDE1-3188-48A3-AAB7-FCDB561DA8A6}" destId="{83E85D02-83FE-4751-AF99-3C04B06C529A}" srcOrd="0" destOrd="0" presId="urn:microsoft.com/office/officeart/2018/2/layout/IconCircleList"/>
    <dgm:cxn modelId="{21CF876E-AD94-4226-9846-ABE72F66C3DD}" srcId="{4AE0EDE1-3188-48A3-AAB7-FCDB561DA8A6}" destId="{55C6E6A4-067D-46BD-9852-7A8F0FFB2606}" srcOrd="1" destOrd="0" parTransId="{2CBAEC14-EF8A-4401-871B-663DC8355006}" sibTransId="{83A3781B-3439-4EC9-BCF1-A1EF7AB48A21}"/>
    <dgm:cxn modelId="{7EA59457-1D7D-4DDE-9B50-4C4028AFCE60}" type="presOf" srcId="{2CDA3AAC-C059-427B-B81A-BCC7A80BB731}" destId="{F0765F55-0EC6-4764-8983-CD49C05C2051}" srcOrd="0" destOrd="0" presId="urn:microsoft.com/office/officeart/2018/2/layout/IconCircleList"/>
    <dgm:cxn modelId="{FC9F9978-89D2-417B-B811-0EA70B1E731D}" type="presOf" srcId="{83A3781B-3439-4EC9-BCF1-A1EF7AB48A21}" destId="{FD5B0FD4-4E7F-4AD7-A227-DB40343B5F09}" srcOrd="0" destOrd="0" presId="urn:microsoft.com/office/officeart/2018/2/layout/IconCircleList"/>
    <dgm:cxn modelId="{8E021B7B-3199-4728-BC57-9F8598F0C53C}" type="presOf" srcId="{2D36F7A7-A9E3-4550-8E62-EAF2EE5F70D1}" destId="{CFF8BED0-0129-4FA2-9963-81ABC971D8C1}" srcOrd="0" destOrd="0" presId="urn:microsoft.com/office/officeart/2018/2/layout/IconCircleList"/>
    <dgm:cxn modelId="{49E30D7D-F17C-4075-BB7F-DB20D41F76B0}" srcId="{4AE0EDE1-3188-48A3-AAB7-FCDB561DA8A6}" destId="{0FC1F31B-6E77-4302-8DC4-BC7D88B37E75}" srcOrd="0" destOrd="0" parTransId="{B9417283-5701-4107-BB02-A7D0B3433967}" sibTransId="{2D36F7A7-A9E3-4550-8E62-EAF2EE5F70D1}"/>
    <dgm:cxn modelId="{007F47A2-161C-418C-921E-DEA91D56D5DA}" type="presOf" srcId="{55C6E6A4-067D-46BD-9852-7A8F0FFB2606}" destId="{B359F708-985C-4520-95A4-479DB0A84510}" srcOrd="0" destOrd="0" presId="urn:microsoft.com/office/officeart/2018/2/layout/IconCircleList"/>
    <dgm:cxn modelId="{4800D1DF-F0EF-4C93-861D-E98817B09504}" srcId="{4AE0EDE1-3188-48A3-AAB7-FCDB561DA8A6}" destId="{A9C8897B-2830-4859-904F-8FF94E2E5920}" srcOrd="2" destOrd="0" parTransId="{17A7B059-5FCF-4896-837B-85E41242C681}" sibTransId="{DC204088-6C83-47D6-81AB-F62F494E0293}"/>
    <dgm:cxn modelId="{185FF7DF-8CF4-4F63-851F-46979E251E78}" srcId="{4AE0EDE1-3188-48A3-AAB7-FCDB561DA8A6}" destId="{2CDA3AAC-C059-427B-B81A-BCC7A80BB731}" srcOrd="3" destOrd="0" parTransId="{6AA34C40-CC4E-4DFD-B357-2D2F6362E291}" sibTransId="{80D93D5E-53CC-4DB8-A143-6A44ED0858CD}"/>
    <dgm:cxn modelId="{30D23AF6-C550-417D-BF72-39804C2CFCCA}" type="presOf" srcId="{A9C8897B-2830-4859-904F-8FF94E2E5920}" destId="{8116653B-6E66-45DE-8A9F-1AFB3B68C82C}" srcOrd="0" destOrd="0" presId="urn:microsoft.com/office/officeart/2018/2/layout/IconCircleList"/>
    <dgm:cxn modelId="{2944BC73-AF23-4F46-BF8F-C5D92D33692E}" type="presParOf" srcId="{83E85D02-83FE-4751-AF99-3C04B06C529A}" destId="{43901055-279A-41E9-930E-8FE92134ABF2}" srcOrd="0" destOrd="0" presId="urn:microsoft.com/office/officeart/2018/2/layout/IconCircleList"/>
    <dgm:cxn modelId="{DEC0D57E-987A-4BF1-85C6-53A7FE708CBD}" type="presParOf" srcId="{43901055-279A-41E9-930E-8FE92134ABF2}" destId="{30059A3D-C129-4CF5-A9AD-A1FA6F5FC326}" srcOrd="0" destOrd="0" presId="urn:microsoft.com/office/officeart/2018/2/layout/IconCircleList"/>
    <dgm:cxn modelId="{17904875-40F4-4A9D-95B8-7A58913EB76A}" type="presParOf" srcId="{30059A3D-C129-4CF5-A9AD-A1FA6F5FC326}" destId="{2F0B6F28-251B-490D-B5C3-09F977FB7C26}" srcOrd="0" destOrd="0" presId="urn:microsoft.com/office/officeart/2018/2/layout/IconCircleList"/>
    <dgm:cxn modelId="{BEA6464F-63B7-45F6-BA21-110FE6663A0E}" type="presParOf" srcId="{30059A3D-C129-4CF5-A9AD-A1FA6F5FC326}" destId="{33DC52C9-E54F-4095-9ABF-4A8FF09FDB97}" srcOrd="1" destOrd="0" presId="urn:microsoft.com/office/officeart/2018/2/layout/IconCircleList"/>
    <dgm:cxn modelId="{CE3A88BA-446A-4A0B-A45C-EC24B3848AEC}" type="presParOf" srcId="{30059A3D-C129-4CF5-A9AD-A1FA6F5FC326}" destId="{23A587BE-D305-4A47-A352-98A648AB0D0D}" srcOrd="2" destOrd="0" presId="urn:microsoft.com/office/officeart/2018/2/layout/IconCircleList"/>
    <dgm:cxn modelId="{99C20D83-DA99-4CA1-9912-7AE1626152A2}" type="presParOf" srcId="{30059A3D-C129-4CF5-A9AD-A1FA6F5FC326}" destId="{5A65E256-5BA6-4228-AB4D-9C797817C622}" srcOrd="3" destOrd="0" presId="urn:microsoft.com/office/officeart/2018/2/layout/IconCircleList"/>
    <dgm:cxn modelId="{3917D024-BC31-44E1-B4A9-ABB0A7AC2670}" type="presParOf" srcId="{43901055-279A-41E9-930E-8FE92134ABF2}" destId="{CFF8BED0-0129-4FA2-9963-81ABC971D8C1}" srcOrd="1" destOrd="0" presId="urn:microsoft.com/office/officeart/2018/2/layout/IconCircleList"/>
    <dgm:cxn modelId="{6DD6CE76-FC3D-462D-B4F2-4E3B251DFD2E}" type="presParOf" srcId="{43901055-279A-41E9-930E-8FE92134ABF2}" destId="{44907080-DD8A-40E3-B2E5-34D744B8F489}" srcOrd="2" destOrd="0" presId="urn:microsoft.com/office/officeart/2018/2/layout/IconCircleList"/>
    <dgm:cxn modelId="{0131C917-911A-4BE8-893B-5B8F9F54B15F}" type="presParOf" srcId="{44907080-DD8A-40E3-B2E5-34D744B8F489}" destId="{0421C34B-B48E-4E24-A5BD-766C69144A41}" srcOrd="0" destOrd="0" presId="urn:microsoft.com/office/officeart/2018/2/layout/IconCircleList"/>
    <dgm:cxn modelId="{21CA4A28-413C-45E1-BB6E-45B2134BE6CD}" type="presParOf" srcId="{44907080-DD8A-40E3-B2E5-34D744B8F489}" destId="{B9FC7B8C-B1E1-41D2-BBBE-EFF0D1C46F48}" srcOrd="1" destOrd="0" presId="urn:microsoft.com/office/officeart/2018/2/layout/IconCircleList"/>
    <dgm:cxn modelId="{F4E1DCF9-8E9C-4BE3-93C5-A547024D238C}" type="presParOf" srcId="{44907080-DD8A-40E3-B2E5-34D744B8F489}" destId="{D7B97135-CD1C-4D8D-90EF-D9649BECF934}" srcOrd="2" destOrd="0" presId="urn:microsoft.com/office/officeart/2018/2/layout/IconCircleList"/>
    <dgm:cxn modelId="{469C71AF-9382-492C-A216-0E10F29A6DF6}" type="presParOf" srcId="{44907080-DD8A-40E3-B2E5-34D744B8F489}" destId="{B359F708-985C-4520-95A4-479DB0A84510}" srcOrd="3" destOrd="0" presId="urn:microsoft.com/office/officeart/2018/2/layout/IconCircleList"/>
    <dgm:cxn modelId="{FDA3E565-CD6E-4B96-B238-4E4E8358B997}" type="presParOf" srcId="{43901055-279A-41E9-930E-8FE92134ABF2}" destId="{FD5B0FD4-4E7F-4AD7-A227-DB40343B5F09}" srcOrd="3" destOrd="0" presId="urn:microsoft.com/office/officeart/2018/2/layout/IconCircleList"/>
    <dgm:cxn modelId="{C6BD39F0-BEEB-46CE-A5A8-220070C29CFB}" type="presParOf" srcId="{43901055-279A-41E9-930E-8FE92134ABF2}" destId="{1288E2A8-7E7E-4340-90D7-CFA54273C67D}" srcOrd="4" destOrd="0" presId="urn:microsoft.com/office/officeart/2018/2/layout/IconCircleList"/>
    <dgm:cxn modelId="{4A16A87A-2A9F-44E7-B80C-9A5CA2B3856B}" type="presParOf" srcId="{1288E2A8-7E7E-4340-90D7-CFA54273C67D}" destId="{C2094519-E34B-49C7-A55B-B7718D158ADA}" srcOrd="0" destOrd="0" presId="urn:microsoft.com/office/officeart/2018/2/layout/IconCircleList"/>
    <dgm:cxn modelId="{A3379FF6-5E13-4B01-8E43-3DEF21401957}" type="presParOf" srcId="{1288E2A8-7E7E-4340-90D7-CFA54273C67D}" destId="{047A1B60-41DD-4506-A3A8-2619A071CFF1}" srcOrd="1" destOrd="0" presId="urn:microsoft.com/office/officeart/2018/2/layout/IconCircleList"/>
    <dgm:cxn modelId="{5B25C8BA-36CC-4839-B551-FD590C703434}" type="presParOf" srcId="{1288E2A8-7E7E-4340-90D7-CFA54273C67D}" destId="{A72E557F-8813-4526-9E52-0A84754FDF54}" srcOrd="2" destOrd="0" presId="urn:microsoft.com/office/officeart/2018/2/layout/IconCircleList"/>
    <dgm:cxn modelId="{7E2636A7-8002-4706-8A18-A9A054CE852E}" type="presParOf" srcId="{1288E2A8-7E7E-4340-90D7-CFA54273C67D}" destId="{8116653B-6E66-45DE-8A9F-1AFB3B68C82C}" srcOrd="3" destOrd="0" presId="urn:microsoft.com/office/officeart/2018/2/layout/IconCircleList"/>
    <dgm:cxn modelId="{365F0FD9-65B0-42CA-ACDD-84703AFED858}" type="presParOf" srcId="{43901055-279A-41E9-930E-8FE92134ABF2}" destId="{DA29C1C3-78C0-4A50-AC2B-E164A3EBF82F}" srcOrd="5" destOrd="0" presId="urn:microsoft.com/office/officeart/2018/2/layout/IconCircleList"/>
    <dgm:cxn modelId="{29A6DAD6-238D-46AB-82F5-2DD2583B40BF}" type="presParOf" srcId="{43901055-279A-41E9-930E-8FE92134ABF2}" destId="{33230F1C-3ED0-4A4F-B87F-C181DAC80CDB}" srcOrd="6" destOrd="0" presId="urn:microsoft.com/office/officeart/2018/2/layout/IconCircleList"/>
    <dgm:cxn modelId="{E5FE5CFA-BD11-4216-97B8-7E0A2069CC6D}" type="presParOf" srcId="{33230F1C-3ED0-4A4F-B87F-C181DAC80CDB}" destId="{BAAAFC19-BE23-4D01-88D5-DCD0E697E620}" srcOrd="0" destOrd="0" presId="urn:microsoft.com/office/officeart/2018/2/layout/IconCircleList"/>
    <dgm:cxn modelId="{61B2CB73-7DA3-490A-B15E-C88508C6CA10}" type="presParOf" srcId="{33230F1C-3ED0-4A4F-B87F-C181DAC80CDB}" destId="{7230CA32-DE6A-4A68-9A19-373C4ED2C2C6}" srcOrd="1" destOrd="0" presId="urn:microsoft.com/office/officeart/2018/2/layout/IconCircleList"/>
    <dgm:cxn modelId="{CCFBBAF6-44D9-42E3-8C01-E4BEE957DC50}" type="presParOf" srcId="{33230F1C-3ED0-4A4F-B87F-C181DAC80CDB}" destId="{AB2C0E3C-58F5-4E14-887D-01668692602B}" srcOrd="2" destOrd="0" presId="urn:microsoft.com/office/officeart/2018/2/layout/IconCircleList"/>
    <dgm:cxn modelId="{612262F4-F496-4E2E-90F3-9D4DF9AD3B8E}" type="presParOf" srcId="{33230F1C-3ED0-4A4F-B87F-C181DAC80CDB}" destId="{F0765F55-0EC6-4764-8983-CD49C05C205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157252E-A229-4868-BE92-782A2DAA56D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DF1543D-CFEB-4F66-9CDC-85FC272865DF}">
      <dgm:prSet/>
      <dgm:spPr/>
      <dgm:t>
        <a:bodyPr/>
        <a:lstStyle/>
        <a:p>
          <a:pPr>
            <a:buNone/>
          </a:pPr>
          <a:r>
            <a:rPr lang="en-US" dirty="0"/>
            <a:t>Seeded with 15 sample expenses</a:t>
          </a:r>
        </a:p>
        <a:p>
          <a:pPr>
            <a:buNone/>
          </a:pPr>
          <a:r>
            <a:rPr lang="en-US" dirty="0"/>
            <a:t>Tested adding expenses</a:t>
          </a:r>
        </a:p>
        <a:p>
          <a:pPr>
            <a:buNone/>
          </a:pPr>
          <a:r>
            <a:rPr lang="en-US" dirty="0"/>
            <a:t>Tested deleting expenses</a:t>
          </a:r>
        </a:p>
        <a:p>
          <a:pPr>
            <a:buNone/>
          </a:pPr>
          <a:r>
            <a:rPr lang="en-US" dirty="0"/>
            <a:t>Verified chart rendering</a:t>
          </a:r>
        </a:p>
        <a:p>
          <a:pPr>
            <a:buNone/>
          </a:pPr>
          <a:r>
            <a:rPr lang="en-US" dirty="0"/>
            <a:t>Verified CSV persistence</a:t>
          </a:r>
        </a:p>
        <a:p>
          <a:pPr>
            <a:buNone/>
          </a:pPr>
          <a:endParaRPr lang="en-US" dirty="0"/>
        </a:p>
      </dgm:t>
    </dgm:pt>
    <dgm:pt modelId="{F5C45C6A-6757-4115-A3E4-5ECDEA3464B8}" type="parTrans" cxnId="{270672C1-881D-4D69-8BE0-4309B1F5568D}">
      <dgm:prSet/>
      <dgm:spPr/>
      <dgm:t>
        <a:bodyPr/>
        <a:lstStyle/>
        <a:p>
          <a:endParaRPr lang="en-US"/>
        </a:p>
      </dgm:t>
    </dgm:pt>
    <dgm:pt modelId="{0451B61C-827D-4D05-A5A3-8C496DD86153}" type="sibTrans" cxnId="{270672C1-881D-4D69-8BE0-4309B1F5568D}">
      <dgm:prSet/>
      <dgm:spPr/>
      <dgm:t>
        <a:bodyPr/>
        <a:lstStyle/>
        <a:p>
          <a:endParaRPr lang="en-US"/>
        </a:p>
      </dgm:t>
    </dgm:pt>
    <dgm:pt modelId="{67BA338C-7D52-4CB5-B584-0F3FB650CB01}" type="pres">
      <dgm:prSet presAssocID="{F157252E-A229-4868-BE92-782A2DAA56D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87765A6-F69C-4AEE-9192-2DCAD7B9ECA2}" type="pres">
      <dgm:prSet presAssocID="{6DF1543D-CFEB-4F66-9CDC-85FC272865DF}" presName="hierRoot1" presStyleCnt="0"/>
      <dgm:spPr/>
    </dgm:pt>
    <dgm:pt modelId="{39D7D345-C9DF-425F-B3A2-10FDBADB87E1}" type="pres">
      <dgm:prSet presAssocID="{6DF1543D-CFEB-4F66-9CDC-85FC272865DF}" presName="composite" presStyleCnt="0"/>
      <dgm:spPr/>
    </dgm:pt>
    <dgm:pt modelId="{64FE3E62-A692-4E6C-B039-5B9C15BDC021}" type="pres">
      <dgm:prSet presAssocID="{6DF1543D-CFEB-4F66-9CDC-85FC272865DF}" presName="background" presStyleLbl="node0" presStyleIdx="0" presStyleCnt="1"/>
      <dgm:spPr/>
    </dgm:pt>
    <dgm:pt modelId="{285285BF-3DDE-43A9-B432-00DB63824A9C}" type="pres">
      <dgm:prSet presAssocID="{6DF1543D-CFEB-4F66-9CDC-85FC272865DF}" presName="text" presStyleLbl="fgAcc0" presStyleIdx="0" presStyleCnt="1">
        <dgm:presLayoutVars>
          <dgm:chPref val="3"/>
        </dgm:presLayoutVars>
      </dgm:prSet>
      <dgm:spPr/>
    </dgm:pt>
    <dgm:pt modelId="{006533FB-FF9C-4A1E-A0CD-5C33E4B6D71F}" type="pres">
      <dgm:prSet presAssocID="{6DF1543D-CFEB-4F66-9CDC-85FC272865DF}" presName="hierChild2" presStyleCnt="0"/>
      <dgm:spPr/>
    </dgm:pt>
  </dgm:ptLst>
  <dgm:cxnLst>
    <dgm:cxn modelId="{F01CA077-0276-449C-AC9E-5F1914811F34}" type="presOf" srcId="{6DF1543D-CFEB-4F66-9CDC-85FC272865DF}" destId="{285285BF-3DDE-43A9-B432-00DB63824A9C}" srcOrd="0" destOrd="0" presId="urn:microsoft.com/office/officeart/2005/8/layout/hierarchy1"/>
    <dgm:cxn modelId="{C9818BBD-A4AC-4C95-B5CE-A0D4E37CCA28}" type="presOf" srcId="{F157252E-A229-4868-BE92-782A2DAA56DE}" destId="{67BA338C-7D52-4CB5-B584-0F3FB650CB01}" srcOrd="0" destOrd="0" presId="urn:microsoft.com/office/officeart/2005/8/layout/hierarchy1"/>
    <dgm:cxn modelId="{270672C1-881D-4D69-8BE0-4309B1F5568D}" srcId="{F157252E-A229-4868-BE92-782A2DAA56DE}" destId="{6DF1543D-CFEB-4F66-9CDC-85FC272865DF}" srcOrd="0" destOrd="0" parTransId="{F5C45C6A-6757-4115-A3E4-5ECDEA3464B8}" sibTransId="{0451B61C-827D-4D05-A5A3-8C496DD86153}"/>
    <dgm:cxn modelId="{CDA4DFF4-3376-444E-A06A-A19BDF551BCC}" type="presParOf" srcId="{67BA338C-7D52-4CB5-B584-0F3FB650CB01}" destId="{B87765A6-F69C-4AEE-9192-2DCAD7B9ECA2}" srcOrd="0" destOrd="0" presId="urn:microsoft.com/office/officeart/2005/8/layout/hierarchy1"/>
    <dgm:cxn modelId="{99E19FBD-72F5-47C7-8AC6-12D64A14B986}" type="presParOf" srcId="{B87765A6-F69C-4AEE-9192-2DCAD7B9ECA2}" destId="{39D7D345-C9DF-425F-B3A2-10FDBADB87E1}" srcOrd="0" destOrd="0" presId="urn:microsoft.com/office/officeart/2005/8/layout/hierarchy1"/>
    <dgm:cxn modelId="{86EE32DC-B7D5-46A1-8F9B-EEF8A70256FB}" type="presParOf" srcId="{39D7D345-C9DF-425F-B3A2-10FDBADB87E1}" destId="{64FE3E62-A692-4E6C-B039-5B9C15BDC021}" srcOrd="0" destOrd="0" presId="urn:microsoft.com/office/officeart/2005/8/layout/hierarchy1"/>
    <dgm:cxn modelId="{F39F8A35-0B09-406A-BAE9-7FD20589A37F}" type="presParOf" srcId="{39D7D345-C9DF-425F-B3A2-10FDBADB87E1}" destId="{285285BF-3DDE-43A9-B432-00DB63824A9C}" srcOrd="1" destOrd="0" presId="urn:microsoft.com/office/officeart/2005/8/layout/hierarchy1"/>
    <dgm:cxn modelId="{AB96F661-F8C8-4F40-9C41-D4B7FB1E3E86}" type="presParOf" srcId="{B87765A6-F69C-4AEE-9192-2DCAD7B9ECA2}" destId="{006533FB-FF9C-4A1E-A0CD-5C33E4B6D71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157252E-A229-4868-BE92-782A2DAA56D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DF1543D-CFEB-4F66-9CDC-85FC272865DF}">
      <dgm:prSet/>
      <dgm:spPr/>
      <dgm:t>
        <a:bodyPr/>
        <a:lstStyle/>
        <a:p>
          <a:pPr>
            <a:buNone/>
          </a:pPr>
          <a:r>
            <a:rPr lang="en-US">
              <a:solidFill>
                <a:schemeClr val="tx1"/>
              </a:solidFill>
              <a:latin typeface="Canva Sans"/>
              <a:ea typeface="Canva Sans"/>
              <a:cs typeface="Canva Sans"/>
              <a:sym typeface="Canva Sans"/>
            </a:rPr>
            <a:t>No database allowed</a:t>
          </a:r>
        </a:p>
        <a:p>
          <a:pPr>
            <a:buFont typeface="Arial"/>
            <a:buChar char="•"/>
          </a:pPr>
          <a:r>
            <a:rPr lang="en-US">
              <a:solidFill>
                <a:schemeClr val="tx1"/>
              </a:solidFill>
              <a:latin typeface="Canva Sans"/>
              <a:ea typeface="Canva Sans"/>
              <a:cs typeface="Canva Sans"/>
              <a:sym typeface="Canva Sans"/>
            </a:rPr>
            <a:t>Real-time UI updates</a:t>
          </a:r>
        </a:p>
        <a:p>
          <a:pPr>
            <a:buFont typeface="Arial"/>
            <a:buChar char="•"/>
          </a:pPr>
          <a:r>
            <a:rPr lang="en-US">
              <a:solidFill>
                <a:schemeClr val="tx1"/>
              </a:solidFill>
              <a:latin typeface="Canva Sans"/>
              <a:ea typeface="Canva Sans"/>
              <a:cs typeface="Canva Sans"/>
              <a:sym typeface="Canva Sans"/>
            </a:rPr>
            <a:t>Maintaining persistence</a:t>
          </a:r>
          <a:endParaRPr lang="en-US" dirty="0">
            <a:solidFill>
              <a:schemeClr val="tx1"/>
            </a:solidFill>
          </a:endParaRPr>
        </a:p>
      </dgm:t>
    </dgm:pt>
    <dgm:pt modelId="{F5C45C6A-6757-4115-A3E4-5ECDEA3464B8}" type="parTrans" cxnId="{270672C1-881D-4D69-8BE0-4309B1F5568D}">
      <dgm:prSet/>
      <dgm:spPr/>
      <dgm:t>
        <a:bodyPr/>
        <a:lstStyle/>
        <a:p>
          <a:endParaRPr lang="en-US"/>
        </a:p>
      </dgm:t>
    </dgm:pt>
    <dgm:pt modelId="{0451B61C-827D-4D05-A5A3-8C496DD86153}" type="sibTrans" cxnId="{270672C1-881D-4D69-8BE0-4309B1F5568D}">
      <dgm:prSet/>
      <dgm:spPr/>
      <dgm:t>
        <a:bodyPr/>
        <a:lstStyle/>
        <a:p>
          <a:endParaRPr lang="en-US"/>
        </a:p>
      </dgm:t>
    </dgm:pt>
    <dgm:pt modelId="{67BA338C-7D52-4CB5-B584-0F3FB650CB01}" type="pres">
      <dgm:prSet presAssocID="{F157252E-A229-4868-BE92-782A2DAA56D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87765A6-F69C-4AEE-9192-2DCAD7B9ECA2}" type="pres">
      <dgm:prSet presAssocID="{6DF1543D-CFEB-4F66-9CDC-85FC272865DF}" presName="hierRoot1" presStyleCnt="0"/>
      <dgm:spPr/>
    </dgm:pt>
    <dgm:pt modelId="{39D7D345-C9DF-425F-B3A2-10FDBADB87E1}" type="pres">
      <dgm:prSet presAssocID="{6DF1543D-CFEB-4F66-9CDC-85FC272865DF}" presName="composite" presStyleCnt="0"/>
      <dgm:spPr/>
    </dgm:pt>
    <dgm:pt modelId="{64FE3E62-A692-4E6C-B039-5B9C15BDC021}" type="pres">
      <dgm:prSet presAssocID="{6DF1543D-CFEB-4F66-9CDC-85FC272865DF}" presName="background" presStyleLbl="node0" presStyleIdx="0" presStyleCnt="1"/>
      <dgm:spPr/>
    </dgm:pt>
    <dgm:pt modelId="{285285BF-3DDE-43A9-B432-00DB63824A9C}" type="pres">
      <dgm:prSet presAssocID="{6DF1543D-CFEB-4F66-9CDC-85FC272865DF}" presName="text" presStyleLbl="fgAcc0" presStyleIdx="0" presStyleCnt="1">
        <dgm:presLayoutVars>
          <dgm:chPref val="3"/>
        </dgm:presLayoutVars>
      </dgm:prSet>
      <dgm:spPr/>
    </dgm:pt>
    <dgm:pt modelId="{006533FB-FF9C-4A1E-A0CD-5C33E4B6D71F}" type="pres">
      <dgm:prSet presAssocID="{6DF1543D-CFEB-4F66-9CDC-85FC272865DF}" presName="hierChild2" presStyleCnt="0"/>
      <dgm:spPr/>
    </dgm:pt>
  </dgm:ptLst>
  <dgm:cxnLst>
    <dgm:cxn modelId="{35A00DA9-4D5C-4F14-B5FA-6786772D64DE}" type="presOf" srcId="{6DF1543D-CFEB-4F66-9CDC-85FC272865DF}" destId="{285285BF-3DDE-43A9-B432-00DB63824A9C}" srcOrd="0" destOrd="0" presId="urn:microsoft.com/office/officeart/2005/8/layout/hierarchy1"/>
    <dgm:cxn modelId="{11D1F4B4-183C-4DCB-AA1F-69776AAAD766}" type="presOf" srcId="{F157252E-A229-4868-BE92-782A2DAA56DE}" destId="{67BA338C-7D52-4CB5-B584-0F3FB650CB01}" srcOrd="0" destOrd="0" presId="urn:microsoft.com/office/officeart/2005/8/layout/hierarchy1"/>
    <dgm:cxn modelId="{270672C1-881D-4D69-8BE0-4309B1F5568D}" srcId="{F157252E-A229-4868-BE92-782A2DAA56DE}" destId="{6DF1543D-CFEB-4F66-9CDC-85FC272865DF}" srcOrd="0" destOrd="0" parTransId="{F5C45C6A-6757-4115-A3E4-5ECDEA3464B8}" sibTransId="{0451B61C-827D-4D05-A5A3-8C496DD86153}"/>
    <dgm:cxn modelId="{83D7E7EE-4700-4D9E-AE91-2F99C8CB507A}" type="presParOf" srcId="{67BA338C-7D52-4CB5-B584-0F3FB650CB01}" destId="{B87765A6-F69C-4AEE-9192-2DCAD7B9ECA2}" srcOrd="0" destOrd="0" presId="urn:microsoft.com/office/officeart/2005/8/layout/hierarchy1"/>
    <dgm:cxn modelId="{F87E742A-F2E5-4733-9547-84CA5BC94A1C}" type="presParOf" srcId="{B87765A6-F69C-4AEE-9192-2DCAD7B9ECA2}" destId="{39D7D345-C9DF-425F-B3A2-10FDBADB87E1}" srcOrd="0" destOrd="0" presId="urn:microsoft.com/office/officeart/2005/8/layout/hierarchy1"/>
    <dgm:cxn modelId="{C44AA47A-F963-4FB6-AF43-5F0D9D6B5F6C}" type="presParOf" srcId="{39D7D345-C9DF-425F-B3A2-10FDBADB87E1}" destId="{64FE3E62-A692-4E6C-B039-5B9C15BDC021}" srcOrd="0" destOrd="0" presId="urn:microsoft.com/office/officeart/2005/8/layout/hierarchy1"/>
    <dgm:cxn modelId="{C29656FC-EB65-4A53-B2A0-E68A5FC62578}" type="presParOf" srcId="{39D7D345-C9DF-425F-B3A2-10FDBADB87E1}" destId="{285285BF-3DDE-43A9-B432-00DB63824A9C}" srcOrd="1" destOrd="0" presId="urn:microsoft.com/office/officeart/2005/8/layout/hierarchy1"/>
    <dgm:cxn modelId="{058A6B10-1B19-44FE-851B-6F4DA40E1525}" type="presParOf" srcId="{B87765A6-F69C-4AEE-9192-2DCAD7B9ECA2}" destId="{006533FB-FF9C-4A1E-A0CD-5C33E4B6D71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AE0EDE1-3188-48A3-AAB7-FCDB561DA8A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C1F31B-6E77-4302-8DC4-BC7D88B37E75}">
      <dgm:prSet/>
      <dgm:spPr/>
      <dgm:t>
        <a:bodyPr/>
        <a:lstStyle/>
        <a:p>
          <a:r>
            <a:rPr lang="en-US"/>
            <a:t>Expense.java → Data model</a:t>
          </a:r>
        </a:p>
      </dgm:t>
    </dgm:pt>
    <dgm:pt modelId="{B9417283-5701-4107-BB02-A7D0B3433967}" type="parTrans" cxnId="{49E30D7D-F17C-4075-BB7F-DB20D41F76B0}">
      <dgm:prSet/>
      <dgm:spPr/>
      <dgm:t>
        <a:bodyPr/>
        <a:lstStyle/>
        <a:p>
          <a:endParaRPr lang="en-US"/>
        </a:p>
      </dgm:t>
    </dgm:pt>
    <dgm:pt modelId="{2D36F7A7-A9E3-4550-8E62-EAF2EE5F70D1}" type="sibTrans" cxnId="{49E30D7D-F17C-4075-BB7F-DB20D41F76B0}">
      <dgm:prSet/>
      <dgm:spPr/>
      <dgm:t>
        <a:bodyPr/>
        <a:lstStyle/>
        <a:p>
          <a:endParaRPr lang="en-US"/>
        </a:p>
      </dgm:t>
    </dgm:pt>
    <dgm:pt modelId="{52C4ADFC-C0D0-46F0-9629-29B94722E31A}">
      <dgm:prSet/>
      <dgm:spPr/>
      <dgm:t>
        <a:bodyPr/>
        <a:lstStyle/>
        <a:p>
          <a:r>
            <a:rPr lang="en-US"/>
            <a:t>ExpenseStore.java → Storage &amp; business logic</a:t>
          </a:r>
        </a:p>
      </dgm:t>
    </dgm:pt>
    <dgm:pt modelId="{59C23798-3181-4D8E-8581-1B433EE518FF}" type="parTrans" cxnId="{EA1CE149-CA00-4123-A3CA-12AC88DD4C37}">
      <dgm:prSet/>
      <dgm:spPr/>
      <dgm:t>
        <a:bodyPr/>
        <a:lstStyle/>
        <a:p>
          <a:endParaRPr lang="en-US"/>
        </a:p>
      </dgm:t>
    </dgm:pt>
    <dgm:pt modelId="{FABDE21E-7ACC-422F-AB80-423D54C37577}" type="sibTrans" cxnId="{EA1CE149-CA00-4123-A3CA-12AC88DD4C37}">
      <dgm:prSet/>
      <dgm:spPr/>
      <dgm:t>
        <a:bodyPr/>
        <a:lstStyle/>
        <a:p>
          <a:endParaRPr lang="en-US"/>
        </a:p>
      </dgm:t>
    </dgm:pt>
    <dgm:pt modelId="{7DC1A7DD-F80E-4F03-8AB1-B2D2CA35B7D4}">
      <dgm:prSet/>
      <dgm:spPr/>
      <dgm:t>
        <a:bodyPr/>
        <a:lstStyle/>
        <a:p>
          <a:r>
            <a:rPr lang="en-US"/>
            <a:t>ExpenseTrackerApp.java → Server, API, and frontend</a:t>
          </a:r>
        </a:p>
      </dgm:t>
    </dgm:pt>
    <dgm:pt modelId="{AEA4C91F-526E-4575-8A4E-4EEF05BABE83}" type="parTrans" cxnId="{395447F2-6A32-4688-B854-0B1A618B4149}">
      <dgm:prSet/>
      <dgm:spPr/>
      <dgm:t>
        <a:bodyPr/>
        <a:lstStyle/>
        <a:p>
          <a:endParaRPr lang="en-US"/>
        </a:p>
      </dgm:t>
    </dgm:pt>
    <dgm:pt modelId="{D3B991D2-71B3-4F0D-A49F-1622595ED580}" type="sibTrans" cxnId="{395447F2-6A32-4688-B854-0B1A618B4149}">
      <dgm:prSet/>
      <dgm:spPr/>
      <dgm:t>
        <a:bodyPr/>
        <a:lstStyle/>
        <a:p>
          <a:endParaRPr lang="en-US"/>
        </a:p>
      </dgm:t>
    </dgm:pt>
    <dgm:pt modelId="{9CB6CD30-BC25-44BD-9194-85BF70118D5A}" type="pres">
      <dgm:prSet presAssocID="{4AE0EDE1-3188-48A3-AAB7-FCDB561DA8A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1DA3F8-C893-4543-B23B-690C81B19521}" type="pres">
      <dgm:prSet presAssocID="{0FC1F31B-6E77-4302-8DC4-BC7D88B37E75}" presName="hierRoot1" presStyleCnt="0"/>
      <dgm:spPr/>
    </dgm:pt>
    <dgm:pt modelId="{7042F49A-4AEC-4138-833D-BA5E0C106249}" type="pres">
      <dgm:prSet presAssocID="{0FC1F31B-6E77-4302-8DC4-BC7D88B37E75}" presName="composite" presStyleCnt="0"/>
      <dgm:spPr/>
    </dgm:pt>
    <dgm:pt modelId="{8738B0B1-C832-443D-8BE1-2633BF12E12F}" type="pres">
      <dgm:prSet presAssocID="{0FC1F31B-6E77-4302-8DC4-BC7D88B37E75}" presName="background" presStyleLbl="node0" presStyleIdx="0" presStyleCnt="3"/>
      <dgm:spPr/>
    </dgm:pt>
    <dgm:pt modelId="{9BCAD3B8-B6B3-4425-BC11-517C2D379770}" type="pres">
      <dgm:prSet presAssocID="{0FC1F31B-6E77-4302-8DC4-BC7D88B37E75}" presName="text" presStyleLbl="fgAcc0" presStyleIdx="0" presStyleCnt="3">
        <dgm:presLayoutVars>
          <dgm:chPref val="3"/>
        </dgm:presLayoutVars>
      </dgm:prSet>
      <dgm:spPr/>
    </dgm:pt>
    <dgm:pt modelId="{F8FBFD15-1763-48F6-A940-3EC46438FE2B}" type="pres">
      <dgm:prSet presAssocID="{0FC1F31B-6E77-4302-8DC4-BC7D88B37E75}" presName="hierChild2" presStyleCnt="0"/>
      <dgm:spPr/>
    </dgm:pt>
    <dgm:pt modelId="{12D74F8A-B0FB-4FF5-99B6-CD49A5E81586}" type="pres">
      <dgm:prSet presAssocID="{52C4ADFC-C0D0-46F0-9629-29B94722E31A}" presName="hierRoot1" presStyleCnt="0"/>
      <dgm:spPr/>
    </dgm:pt>
    <dgm:pt modelId="{0FB8E321-E66A-483A-84AE-F11A641B223D}" type="pres">
      <dgm:prSet presAssocID="{52C4ADFC-C0D0-46F0-9629-29B94722E31A}" presName="composite" presStyleCnt="0"/>
      <dgm:spPr/>
    </dgm:pt>
    <dgm:pt modelId="{F2EEA9C6-B0C7-4291-ABC1-1B16B74E8DE8}" type="pres">
      <dgm:prSet presAssocID="{52C4ADFC-C0D0-46F0-9629-29B94722E31A}" presName="background" presStyleLbl="node0" presStyleIdx="1" presStyleCnt="3"/>
      <dgm:spPr/>
    </dgm:pt>
    <dgm:pt modelId="{84931D2D-470A-4553-80E4-3E7C21A11B8A}" type="pres">
      <dgm:prSet presAssocID="{52C4ADFC-C0D0-46F0-9629-29B94722E31A}" presName="text" presStyleLbl="fgAcc0" presStyleIdx="1" presStyleCnt="3">
        <dgm:presLayoutVars>
          <dgm:chPref val="3"/>
        </dgm:presLayoutVars>
      </dgm:prSet>
      <dgm:spPr/>
    </dgm:pt>
    <dgm:pt modelId="{0F5D9707-D0A2-470D-BD39-DCCB3F0A62F4}" type="pres">
      <dgm:prSet presAssocID="{52C4ADFC-C0D0-46F0-9629-29B94722E31A}" presName="hierChild2" presStyleCnt="0"/>
      <dgm:spPr/>
    </dgm:pt>
    <dgm:pt modelId="{8716B2F9-85B9-46DC-9D20-7DCF0A3BC63C}" type="pres">
      <dgm:prSet presAssocID="{7DC1A7DD-F80E-4F03-8AB1-B2D2CA35B7D4}" presName="hierRoot1" presStyleCnt="0"/>
      <dgm:spPr/>
    </dgm:pt>
    <dgm:pt modelId="{898C40F9-0B09-4675-9921-4E08C7A90546}" type="pres">
      <dgm:prSet presAssocID="{7DC1A7DD-F80E-4F03-8AB1-B2D2CA35B7D4}" presName="composite" presStyleCnt="0"/>
      <dgm:spPr/>
    </dgm:pt>
    <dgm:pt modelId="{A472344A-E3D6-4066-941C-868F07C1AAA1}" type="pres">
      <dgm:prSet presAssocID="{7DC1A7DD-F80E-4F03-8AB1-B2D2CA35B7D4}" presName="background" presStyleLbl="node0" presStyleIdx="2" presStyleCnt="3"/>
      <dgm:spPr/>
    </dgm:pt>
    <dgm:pt modelId="{A0A16B19-7264-42D0-9D55-3F1B131E6252}" type="pres">
      <dgm:prSet presAssocID="{7DC1A7DD-F80E-4F03-8AB1-B2D2CA35B7D4}" presName="text" presStyleLbl="fgAcc0" presStyleIdx="2" presStyleCnt="3">
        <dgm:presLayoutVars>
          <dgm:chPref val="3"/>
        </dgm:presLayoutVars>
      </dgm:prSet>
      <dgm:spPr/>
    </dgm:pt>
    <dgm:pt modelId="{FF722719-5461-4A1C-9EC7-A1E2485EB9F9}" type="pres">
      <dgm:prSet presAssocID="{7DC1A7DD-F80E-4F03-8AB1-B2D2CA35B7D4}" presName="hierChild2" presStyleCnt="0"/>
      <dgm:spPr/>
    </dgm:pt>
  </dgm:ptLst>
  <dgm:cxnLst>
    <dgm:cxn modelId="{EA1CE149-CA00-4123-A3CA-12AC88DD4C37}" srcId="{4AE0EDE1-3188-48A3-AAB7-FCDB561DA8A6}" destId="{52C4ADFC-C0D0-46F0-9629-29B94722E31A}" srcOrd="1" destOrd="0" parTransId="{59C23798-3181-4D8E-8581-1B433EE518FF}" sibTransId="{FABDE21E-7ACC-422F-AB80-423D54C37577}"/>
    <dgm:cxn modelId="{49E30D7D-F17C-4075-BB7F-DB20D41F76B0}" srcId="{4AE0EDE1-3188-48A3-AAB7-FCDB561DA8A6}" destId="{0FC1F31B-6E77-4302-8DC4-BC7D88B37E75}" srcOrd="0" destOrd="0" parTransId="{B9417283-5701-4107-BB02-A7D0B3433967}" sibTransId="{2D36F7A7-A9E3-4550-8E62-EAF2EE5F70D1}"/>
    <dgm:cxn modelId="{A8C41187-2E70-4815-9FF8-7DB49906E516}" type="presOf" srcId="{4AE0EDE1-3188-48A3-AAB7-FCDB561DA8A6}" destId="{9CB6CD30-BC25-44BD-9194-85BF70118D5A}" srcOrd="0" destOrd="0" presId="urn:microsoft.com/office/officeart/2005/8/layout/hierarchy1"/>
    <dgm:cxn modelId="{E11AD3A4-09B9-4DDC-A2B0-B1B389DECC4E}" type="presOf" srcId="{52C4ADFC-C0D0-46F0-9629-29B94722E31A}" destId="{84931D2D-470A-4553-80E4-3E7C21A11B8A}" srcOrd="0" destOrd="0" presId="urn:microsoft.com/office/officeart/2005/8/layout/hierarchy1"/>
    <dgm:cxn modelId="{D0BE7BDA-4D30-4C58-B96D-FECCE2E06DE0}" type="presOf" srcId="{0FC1F31B-6E77-4302-8DC4-BC7D88B37E75}" destId="{9BCAD3B8-B6B3-4425-BC11-517C2D379770}" srcOrd="0" destOrd="0" presId="urn:microsoft.com/office/officeart/2005/8/layout/hierarchy1"/>
    <dgm:cxn modelId="{395447F2-6A32-4688-B854-0B1A618B4149}" srcId="{4AE0EDE1-3188-48A3-AAB7-FCDB561DA8A6}" destId="{7DC1A7DD-F80E-4F03-8AB1-B2D2CA35B7D4}" srcOrd="2" destOrd="0" parTransId="{AEA4C91F-526E-4575-8A4E-4EEF05BABE83}" sibTransId="{D3B991D2-71B3-4F0D-A49F-1622595ED580}"/>
    <dgm:cxn modelId="{0AB9E6FA-7C56-490C-8340-5D1AEF92633B}" type="presOf" srcId="{7DC1A7DD-F80E-4F03-8AB1-B2D2CA35B7D4}" destId="{A0A16B19-7264-42D0-9D55-3F1B131E6252}" srcOrd="0" destOrd="0" presId="urn:microsoft.com/office/officeart/2005/8/layout/hierarchy1"/>
    <dgm:cxn modelId="{CAA53CA4-CBDC-4EDB-9A1F-4E1607B61705}" type="presParOf" srcId="{9CB6CD30-BC25-44BD-9194-85BF70118D5A}" destId="{1E1DA3F8-C893-4543-B23B-690C81B19521}" srcOrd="0" destOrd="0" presId="urn:microsoft.com/office/officeart/2005/8/layout/hierarchy1"/>
    <dgm:cxn modelId="{5A357BD2-283A-4D54-B22E-3C8E708A888F}" type="presParOf" srcId="{1E1DA3F8-C893-4543-B23B-690C81B19521}" destId="{7042F49A-4AEC-4138-833D-BA5E0C106249}" srcOrd="0" destOrd="0" presId="urn:microsoft.com/office/officeart/2005/8/layout/hierarchy1"/>
    <dgm:cxn modelId="{98870A00-9EDC-4A67-8135-9B2F551A4CD0}" type="presParOf" srcId="{7042F49A-4AEC-4138-833D-BA5E0C106249}" destId="{8738B0B1-C832-443D-8BE1-2633BF12E12F}" srcOrd="0" destOrd="0" presId="urn:microsoft.com/office/officeart/2005/8/layout/hierarchy1"/>
    <dgm:cxn modelId="{734663D1-2522-43E0-ADC3-D0CFA815D4BE}" type="presParOf" srcId="{7042F49A-4AEC-4138-833D-BA5E0C106249}" destId="{9BCAD3B8-B6B3-4425-BC11-517C2D379770}" srcOrd="1" destOrd="0" presId="urn:microsoft.com/office/officeart/2005/8/layout/hierarchy1"/>
    <dgm:cxn modelId="{1FD6E446-EA48-4CCB-9CE8-31B84D1B3715}" type="presParOf" srcId="{1E1DA3F8-C893-4543-B23B-690C81B19521}" destId="{F8FBFD15-1763-48F6-A940-3EC46438FE2B}" srcOrd="1" destOrd="0" presId="urn:microsoft.com/office/officeart/2005/8/layout/hierarchy1"/>
    <dgm:cxn modelId="{A59E0C0E-2D4A-4579-B882-4B7871806834}" type="presParOf" srcId="{9CB6CD30-BC25-44BD-9194-85BF70118D5A}" destId="{12D74F8A-B0FB-4FF5-99B6-CD49A5E81586}" srcOrd="1" destOrd="0" presId="urn:microsoft.com/office/officeart/2005/8/layout/hierarchy1"/>
    <dgm:cxn modelId="{A231BA88-4A50-4833-AB69-2E6865182675}" type="presParOf" srcId="{12D74F8A-B0FB-4FF5-99B6-CD49A5E81586}" destId="{0FB8E321-E66A-483A-84AE-F11A641B223D}" srcOrd="0" destOrd="0" presId="urn:microsoft.com/office/officeart/2005/8/layout/hierarchy1"/>
    <dgm:cxn modelId="{90A641F4-34F7-4B39-9BFF-B64C4BDB9E3F}" type="presParOf" srcId="{0FB8E321-E66A-483A-84AE-F11A641B223D}" destId="{F2EEA9C6-B0C7-4291-ABC1-1B16B74E8DE8}" srcOrd="0" destOrd="0" presId="urn:microsoft.com/office/officeart/2005/8/layout/hierarchy1"/>
    <dgm:cxn modelId="{7E9A27C1-5A6C-44F7-8621-88F41F23F782}" type="presParOf" srcId="{0FB8E321-E66A-483A-84AE-F11A641B223D}" destId="{84931D2D-470A-4553-80E4-3E7C21A11B8A}" srcOrd="1" destOrd="0" presId="urn:microsoft.com/office/officeart/2005/8/layout/hierarchy1"/>
    <dgm:cxn modelId="{6AA61DF0-615F-4F18-82EE-0C7159137BCE}" type="presParOf" srcId="{12D74F8A-B0FB-4FF5-99B6-CD49A5E81586}" destId="{0F5D9707-D0A2-470D-BD39-DCCB3F0A62F4}" srcOrd="1" destOrd="0" presId="urn:microsoft.com/office/officeart/2005/8/layout/hierarchy1"/>
    <dgm:cxn modelId="{F9A5BAD5-F004-48F7-9CF3-1D751A2EB785}" type="presParOf" srcId="{9CB6CD30-BC25-44BD-9194-85BF70118D5A}" destId="{8716B2F9-85B9-46DC-9D20-7DCF0A3BC63C}" srcOrd="2" destOrd="0" presId="urn:microsoft.com/office/officeart/2005/8/layout/hierarchy1"/>
    <dgm:cxn modelId="{3CA6C799-BB4B-4DC5-A825-1BD4C9192B2F}" type="presParOf" srcId="{8716B2F9-85B9-46DC-9D20-7DCF0A3BC63C}" destId="{898C40F9-0B09-4675-9921-4E08C7A90546}" srcOrd="0" destOrd="0" presId="urn:microsoft.com/office/officeart/2005/8/layout/hierarchy1"/>
    <dgm:cxn modelId="{1522A3A4-785A-4D86-B90D-D7EEE829A04B}" type="presParOf" srcId="{898C40F9-0B09-4675-9921-4E08C7A90546}" destId="{A472344A-E3D6-4066-941C-868F07C1AAA1}" srcOrd="0" destOrd="0" presId="urn:microsoft.com/office/officeart/2005/8/layout/hierarchy1"/>
    <dgm:cxn modelId="{36FA8DEB-2A67-4ED2-90A6-EFE33E01B4BD}" type="presParOf" srcId="{898C40F9-0B09-4675-9921-4E08C7A90546}" destId="{A0A16B19-7264-42D0-9D55-3F1B131E6252}" srcOrd="1" destOrd="0" presId="urn:microsoft.com/office/officeart/2005/8/layout/hierarchy1"/>
    <dgm:cxn modelId="{9AC4B2D3-06CF-41FC-B36F-FCDFF822FEC8}" type="presParOf" srcId="{8716B2F9-85B9-46DC-9D20-7DCF0A3BC63C}" destId="{FF722719-5461-4A1C-9EC7-A1E2485EB9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AE0EDE1-3188-48A3-AAB7-FCDB561DA8A6}" type="doc">
      <dgm:prSet loTypeId="urn:microsoft.com/office/officeart/2018/2/layout/IconCircle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C1F31B-6E77-4302-8DC4-BC7D88B37E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✅ Lightweight Java web app</a:t>
          </a:r>
          <a:br>
            <a:rPr lang="en-US"/>
          </a:br>
          <a:endParaRPr lang="en-US"/>
        </a:p>
      </dgm:t>
    </dgm:pt>
    <dgm:pt modelId="{B9417283-5701-4107-BB02-A7D0B3433967}" type="parTrans" cxnId="{49E30D7D-F17C-4075-BB7F-DB20D41F76B0}">
      <dgm:prSet/>
      <dgm:spPr/>
      <dgm:t>
        <a:bodyPr/>
        <a:lstStyle/>
        <a:p>
          <a:endParaRPr lang="en-US"/>
        </a:p>
      </dgm:t>
    </dgm:pt>
    <dgm:pt modelId="{2D36F7A7-A9E3-4550-8E62-EAF2EE5F70D1}" type="sibTrans" cxnId="{49E30D7D-F17C-4075-BB7F-DB20D41F76B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5C6E6A4-067D-46BD-9852-7A8F0FFB26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✅ Clean architecture</a:t>
          </a:r>
          <a:br>
            <a:rPr lang="en-US"/>
          </a:br>
          <a:endParaRPr lang="en-US">
            <a:latin typeface="Canva Sans"/>
            <a:ea typeface="Canva Sans"/>
            <a:cs typeface="Canva Sans"/>
            <a:sym typeface="Canva Sans"/>
          </a:endParaRPr>
        </a:p>
      </dgm:t>
    </dgm:pt>
    <dgm:pt modelId="{2CBAEC14-EF8A-4401-871B-663DC8355006}" type="parTrans" cxnId="{21CF876E-AD94-4226-9846-ABE72F66C3DD}">
      <dgm:prSet/>
      <dgm:spPr/>
      <dgm:t>
        <a:bodyPr/>
        <a:lstStyle/>
        <a:p>
          <a:endParaRPr lang="en-US"/>
        </a:p>
      </dgm:t>
    </dgm:pt>
    <dgm:pt modelId="{83A3781B-3439-4EC9-BCF1-A1EF7AB48A21}" type="sibTrans" cxnId="{21CF876E-AD94-4226-9846-ABE72F66C3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C8897B-2830-4859-904F-8FF94E2E59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✅ Interactive analytics dashboard</a:t>
          </a:r>
          <a:br>
            <a:rPr lang="en-US"/>
          </a:br>
          <a:endParaRPr lang="en-US">
            <a:latin typeface="Canva Sans"/>
            <a:ea typeface="Canva Sans"/>
            <a:cs typeface="Canva Sans"/>
            <a:sym typeface="Canva Sans"/>
          </a:endParaRPr>
        </a:p>
      </dgm:t>
    </dgm:pt>
    <dgm:pt modelId="{17A7B059-5FCF-4896-837B-85E41242C681}" type="parTrans" cxnId="{4800D1DF-F0EF-4C93-861D-E98817B09504}">
      <dgm:prSet/>
      <dgm:spPr/>
      <dgm:t>
        <a:bodyPr/>
        <a:lstStyle/>
        <a:p>
          <a:endParaRPr lang="en-US"/>
        </a:p>
      </dgm:t>
    </dgm:pt>
    <dgm:pt modelId="{DC204088-6C83-47D6-81AB-F62F494E0293}" type="sibTrans" cxnId="{4800D1DF-F0EF-4C93-861D-E98817B0950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DA3AAC-C059-427B-B81A-BCC7A80BB7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✅ Persistent expense tracking</a:t>
          </a:r>
          <a:endParaRPr lang="en-US">
            <a:latin typeface="Canva Sans"/>
            <a:ea typeface="Canva Sans"/>
            <a:cs typeface="Canva Sans"/>
            <a:sym typeface="Canva Sans"/>
          </a:endParaRPr>
        </a:p>
      </dgm:t>
    </dgm:pt>
    <dgm:pt modelId="{6AA34C40-CC4E-4DFD-B357-2D2F6362E291}" type="parTrans" cxnId="{185FF7DF-8CF4-4F63-851F-46979E251E78}">
      <dgm:prSet/>
      <dgm:spPr/>
      <dgm:t>
        <a:bodyPr/>
        <a:lstStyle/>
        <a:p>
          <a:endParaRPr lang="en-US"/>
        </a:p>
      </dgm:t>
    </dgm:pt>
    <dgm:pt modelId="{80D93D5E-53CC-4DB8-A143-6A44ED0858CD}" type="sibTrans" cxnId="{185FF7DF-8CF4-4F63-851F-46979E251E78}">
      <dgm:prSet/>
      <dgm:spPr/>
      <dgm:t>
        <a:bodyPr/>
        <a:lstStyle/>
        <a:p>
          <a:endParaRPr lang="en-US"/>
        </a:p>
      </dgm:t>
    </dgm:pt>
    <dgm:pt modelId="{8375FEC1-2F65-453E-81A5-91A493D17206}" type="pres">
      <dgm:prSet presAssocID="{4AE0EDE1-3188-48A3-AAB7-FCDB561DA8A6}" presName="root" presStyleCnt="0">
        <dgm:presLayoutVars>
          <dgm:dir/>
          <dgm:resizeHandles val="exact"/>
        </dgm:presLayoutVars>
      </dgm:prSet>
      <dgm:spPr/>
    </dgm:pt>
    <dgm:pt modelId="{2BBEB873-CEB7-4029-B0B7-AC9AF0650D44}" type="pres">
      <dgm:prSet presAssocID="{4AE0EDE1-3188-48A3-AAB7-FCDB561DA8A6}" presName="container" presStyleCnt="0">
        <dgm:presLayoutVars>
          <dgm:dir/>
          <dgm:resizeHandles val="exact"/>
        </dgm:presLayoutVars>
      </dgm:prSet>
      <dgm:spPr/>
    </dgm:pt>
    <dgm:pt modelId="{10F50450-F14E-4C7A-B8AA-3E042120D84E}" type="pres">
      <dgm:prSet presAssocID="{0FC1F31B-6E77-4302-8DC4-BC7D88B37E75}" presName="compNode" presStyleCnt="0"/>
      <dgm:spPr/>
    </dgm:pt>
    <dgm:pt modelId="{EEF64CE2-D29C-4662-A031-6E53F34C5BF8}" type="pres">
      <dgm:prSet presAssocID="{0FC1F31B-6E77-4302-8DC4-BC7D88B37E75}" presName="iconBgRect" presStyleLbl="bgShp" presStyleIdx="0" presStyleCnt="4"/>
      <dgm:spPr/>
    </dgm:pt>
    <dgm:pt modelId="{756BF761-06D8-4D20-84BD-439031E35A19}" type="pres">
      <dgm:prSet presAssocID="{0FC1F31B-6E77-4302-8DC4-BC7D88B37E7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0F47583-C020-4B68-B7A7-FE553F937BB7}" type="pres">
      <dgm:prSet presAssocID="{0FC1F31B-6E77-4302-8DC4-BC7D88B37E75}" presName="spaceRect" presStyleCnt="0"/>
      <dgm:spPr/>
    </dgm:pt>
    <dgm:pt modelId="{1601BB29-300D-4473-A199-467D59B6917D}" type="pres">
      <dgm:prSet presAssocID="{0FC1F31B-6E77-4302-8DC4-BC7D88B37E75}" presName="textRect" presStyleLbl="revTx" presStyleIdx="0" presStyleCnt="4">
        <dgm:presLayoutVars>
          <dgm:chMax val="1"/>
          <dgm:chPref val="1"/>
        </dgm:presLayoutVars>
      </dgm:prSet>
      <dgm:spPr/>
    </dgm:pt>
    <dgm:pt modelId="{444ADB01-8359-4926-813B-FADB409BEEEB}" type="pres">
      <dgm:prSet presAssocID="{2D36F7A7-A9E3-4550-8E62-EAF2EE5F70D1}" presName="sibTrans" presStyleLbl="sibTrans2D1" presStyleIdx="0" presStyleCnt="0"/>
      <dgm:spPr/>
    </dgm:pt>
    <dgm:pt modelId="{96A316E3-CDD9-4B34-B533-21904F071A34}" type="pres">
      <dgm:prSet presAssocID="{55C6E6A4-067D-46BD-9852-7A8F0FFB2606}" presName="compNode" presStyleCnt="0"/>
      <dgm:spPr/>
    </dgm:pt>
    <dgm:pt modelId="{C059D135-3D53-41D3-BB12-DFC6CCFB5AFA}" type="pres">
      <dgm:prSet presAssocID="{55C6E6A4-067D-46BD-9852-7A8F0FFB2606}" presName="iconBgRect" presStyleLbl="bgShp" presStyleIdx="1" presStyleCnt="4"/>
      <dgm:spPr/>
    </dgm:pt>
    <dgm:pt modelId="{08DA02E3-C8C8-4646-96DD-CF4F9A5FFE3F}" type="pres">
      <dgm:prSet presAssocID="{55C6E6A4-067D-46BD-9852-7A8F0FFB260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0E71CA3-EF60-40DB-9BBB-F03734BEE810}" type="pres">
      <dgm:prSet presAssocID="{55C6E6A4-067D-46BD-9852-7A8F0FFB2606}" presName="spaceRect" presStyleCnt="0"/>
      <dgm:spPr/>
    </dgm:pt>
    <dgm:pt modelId="{2E5C85F0-EA59-432C-9865-2AC3C1602588}" type="pres">
      <dgm:prSet presAssocID="{55C6E6A4-067D-46BD-9852-7A8F0FFB2606}" presName="textRect" presStyleLbl="revTx" presStyleIdx="1" presStyleCnt="4">
        <dgm:presLayoutVars>
          <dgm:chMax val="1"/>
          <dgm:chPref val="1"/>
        </dgm:presLayoutVars>
      </dgm:prSet>
      <dgm:spPr/>
    </dgm:pt>
    <dgm:pt modelId="{8ADA3E3C-430A-4585-A773-B74C73C65A64}" type="pres">
      <dgm:prSet presAssocID="{83A3781B-3439-4EC9-BCF1-A1EF7AB48A21}" presName="sibTrans" presStyleLbl="sibTrans2D1" presStyleIdx="0" presStyleCnt="0"/>
      <dgm:spPr/>
    </dgm:pt>
    <dgm:pt modelId="{4DA8BC84-7BB4-40AE-8F77-062DAA1BF0C5}" type="pres">
      <dgm:prSet presAssocID="{A9C8897B-2830-4859-904F-8FF94E2E5920}" presName="compNode" presStyleCnt="0"/>
      <dgm:spPr/>
    </dgm:pt>
    <dgm:pt modelId="{7429D1CF-3331-4401-9C95-FAFB6201C0A0}" type="pres">
      <dgm:prSet presAssocID="{A9C8897B-2830-4859-904F-8FF94E2E5920}" presName="iconBgRect" presStyleLbl="bgShp" presStyleIdx="2" presStyleCnt="4"/>
      <dgm:spPr/>
    </dgm:pt>
    <dgm:pt modelId="{D203AA58-014D-4475-BBF7-D5631C50EC91}" type="pres">
      <dgm:prSet presAssocID="{A9C8897B-2830-4859-904F-8FF94E2E592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07288AA-78D2-4A79-9517-F376E394EFC4}" type="pres">
      <dgm:prSet presAssocID="{A9C8897B-2830-4859-904F-8FF94E2E5920}" presName="spaceRect" presStyleCnt="0"/>
      <dgm:spPr/>
    </dgm:pt>
    <dgm:pt modelId="{09B95976-15F0-4A2F-A31A-0C1E9B40570B}" type="pres">
      <dgm:prSet presAssocID="{A9C8897B-2830-4859-904F-8FF94E2E5920}" presName="textRect" presStyleLbl="revTx" presStyleIdx="2" presStyleCnt="4">
        <dgm:presLayoutVars>
          <dgm:chMax val="1"/>
          <dgm:chPref val="1"/>
        </dgm:presLayoutVars>
      </dgm:prSet>
      <dgm:spPr/>
    </dgm:pt>
    <dgm:pt modelId="{B28F1F8E-3FCB-49A9-9D10-1E4C7B1E9C28}" type="pres">
      <dgm:prSet presAssocID="{DC204088-6C83-47D6-81AB-F62F494E0293}" presName="sibTrans" presStyleLbl="sibTrans2D1" presStyleIdx="0" presStyleCnt="0"/>
      <dgm:spPr/>
    </dgm:pt>
    <dgm:pt modelId="{3F15F137-B393-4AD5-B7D3-264C678A7909}" type="pres">
      <dgm:prSet presAssocID="{2CDA3AAC-C059-427B-B81A-BCC7A80BB731}" presName="compNode" presStyleCnt="0"/>
      <dgm:spPr/>
    </dgm:pt>
    <dgm:pt modelId="{B784407F-D53C-4BBE-98DF-248D8968260F}" type="pres">
      <dgm:prSet presAssocID="{2CDA3AAC-C059-427B-B81A-BCC7A80BB731}" presName="iconBgRect" presStyleLbl="bgShp" presStyleIdx="3" presStyleCnt="4"/>
      <dgm:spPr/>
    </dgm:pt>
    <dgm:pt modelId="{7649C8CC-29F8-4555-B22F-6D2126979E88}" type="pres">
      <dgm:prSet presAssocID="{2CDA3AAC-C059-427B-B81A-BCC7A80BB73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C865846-1FDF-4C7F-BECB-6DB5633A2DE8}" type="pres">
      <dgm:prSet presAssocID="{2CDA3AAC-C059-427B-B81A-BCC7A80BB731}" presName="spaceRect" presStyleCnt="0"/>
      <dgm:spPr/>
    </dgm:pt>
    <dgm:pt modelId="{26C936E3-C79A-40BF-8AAE-7A8183B16AE3}" type="pres">
      <dgm:prSet presAssocID="{2CDA3AAC-C059-427B-B81A-BCC7A80BB73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8F45F00-C333-4AD4-88F6-399AD6689446}" type="presOf" srcId="{0FC1F31B-6E77-4302-8DC4-BC7D88B37E75}" destId="{1601BB29-300D-4473-A199-467D59B6917D}" srcOrd="0" destOrd="0" presId="urn:microsoft.com/office/officeart/2018/2/layout/IconCircleList"/>
    <dgm:cxn modelId="{3044C921-560B-4C2A-94C2-35E8DDD8BE8A}" type="presOf" srcId="{A9C8897B-2830-4859-904F-8FF94E2E5920}" destId="{09B95976-15F0-4A2F-A31A-0C1E9B40570B}" srcOrd="0" destOrd="0" presId="urn:microsoft.com/office/officeart/2018/2/layout/IconCircleList"/>
    <dgm:cxn modelId="{21CF876E-AD94-4226-9846-ABE72F66C3DD}" srcId="{4AE0EDE1-3188-48A3-AAB7-FCDB561DA8A6}" destId="{55C6E6A4-067D-46BD-9852-7A8F0FFB2606}" srcOrd="1" destOrd="0" parTransId="{2CBAEC14-EF8A-4401-871B-663DC8355006}" sibTransId="{83A3781B-3439-4EC9-BCF1-A1EF7AB48A21}"/>
    <dgm:cxn modelId="{743AA370-CC9F-4303-92D9-86696128CBDA}" type="presOf" srcId="{DC204088-6C83-47D6-81AB-F62F494E0293}" destId="{B28F1F8E-3FCB-49A9-9D10-1E4C7B1E9C28}" srcOrd="0" destOrd="0" presId="urn:microsoft.com/office/officeart/2018/2/layout/IconCircleList"/>
    <dgm:cxn modelId="{49E30D7D-F17C-4075-BB7F-DB20D41F76B0}" srcId="{4AE0EDE1-3188-48A3-AAB7-FCDB561DA8A6}" destId="{0FC1F31B-6E77-4302-8DC4-BC7D88B37E75}" srcOrd="0" destOrd="0" parTransId="{B9417283-5701-4107-BB02-A7D0B3433967}" sibTransId="{2D36F7A7-A9E3-4550-8E62-EAF2EE5F70D1}"/>
    <dgm:cxn modelId="{F4782496-B375-4576-9658-51A17CE4B843}" type="presOf" srcId="{83A3781B-3439-4EC9-BCF1-A1EF7AB48A21}" destId="{8ADA3E3C-430A-4585-A773-B74C73C65A64}" srcOrd="0" destOrd="0" presId="urn:microsoft.com/office/officeart/2018/2/layout/IconCircleList"/>
    <dgm:cxn modelId="{1173C2CD-57FC-4EA0-8E94-413C99041C0D}" type="presOf" srcId="{2D36F7A7-A9E3-4550-8E62-EAF2EE5F70D1}" destId="{444ADB01-8359-4926-813B-FADB409BEEEB}" srcOrd="0" destOrd="0" presId="urn:microsoft.com/office/officeart/2018/2/layout/IconCircleList"/>
    <dgm:cxn modelId="{348C00D8-0325-470D-9D29-D3BABBBE8301}" type="presOf" srcId="{4AE0EDE1-3188-48A3-AAB7-FCDB561DA8A6}" destId="{8375FEC1-2F65-453E-81A5-91A493D17206}" srcOrd="0" destOrd="0" presId="urn:microsoft.com/office/officeart/2018/2/layout/IconCircleList"/>
    <dgm:cxn modelId="{4800D1DF-F0EF-4C93-861D-E98817B09504}" srcId="{4AE0EDE1-3188-48A3-AAB7-FCDB561DA8A6}" destId="{A9C8897B-2830-4859-904F-8FF94E2E5920}" srcOrd="2" destOrd="0" parTransId="{17A7B059-5FCF-4896-837B-85E41242C681}" sibTransId="{DC204088-6C83-47D6-81AB-F62F494E0293}"/>
    <dgm:cxn modelId="{185FF7DF-8CF4-4F63-851F-46979E251E78}" srcId="{4AE0EDE1-3188-48A3-AAB7-FCDB561DA8A6}" destId="{2CDA3AAC-C059-427B-B81A-BCC7A80BB731}" srcOrd="3" destOrd="0" parTransId="{6AA34C40-CC4E-4DFD-B357-2D2F6362E291}" sibTransId="{80D93D5E-53CC-4DB8-A143-6A44ED0858CD}"/>
    <dgm:cxn modelId="{E2370EE7-F8E6-466F-92E3-DDABBB37C013}" type="presOf" srcId="{55C6E6A4-067D-46BD-9852-7A8F0FFB2606}" destId="{2E5C85F0-EA59-432C-9865-2AC3C1602588}" srcOrd="0" destOrd="0" presId="urn:microsoft.com/office/officeart/2018/2/layout/IconCircleList"/>
    <dgm:cxn modelId="{99E656FD-BE10-4D1D-85E0-05594C025686}" type="presOf" srcId="{2CDA3AAC-C059-427B-B81A-BCC7A80BB731}" destId="{26C936E3-C79A-40BF-8AAE-7A8183B16AE3}" srcOrd="0" destOrd="0" presId="urn:microsoft.com/office/officeart/2018/2/layout/IconCircleList"/>
    <dgm:cxn modelId="{878DE160-2981-4749-85E0-AD99BDF9BFBA}" type="presParOf" srcId="{8375FEC1-2F65-453E-81A5-91A493D17206}" destId="{2BBEB873-CEB7-4029-B0B7-AC9AF0650D44}" srcOrd="0" destOrd="0" presId="urn:microsoft.com/office/officeart/2018/2/layout/IconCircleList"/>
    <dgm:cxn modelId="{9DB02051-49DE-40A1-93CB-3E9A595A1726}" type="presParOf" srcId="{2BBEB873-CEB7-4029-B0B7-AC9AF0650D44}" destId="{10F50450-F14E-4C7A-B8AA-3E042120D84E}" srcOrd="0" destOrd="0" presId="urn:microsoft.com/office/officeart/2018/2/layout/IconCircleList"/>
    <dgm:cxn modelId="{C0BC25BB-124E-4703-BDE8-F1493477EDCE}" type="presParOf" srcId="{10F50450-F14E-4C7A-B8AA-3E042120D84E}" destId="{EEF64CE2-D29C-4662-A031-6E53F34C5BF8}" srcOrd="0" destOrd="0" presId="urn:microsoft.com/office/officeart/2018/2/layout/IconCircleList"/>
    <dgm:cxn modelId="{2E22B7C4-0129-4DF0-9B31-758700CA928D}" type="presParOf" srcId="{10F50450-F14E-4C7A-B8AA-3E042120D84E}" destId="{756BF761-06D8-4D20-84BD-439031E35A19}" srcOrd="1" destOrd="0" presId="urn:microsoft.com/office/officeart/2018/2/layout/IconCircleList"/>
    <dgm:cxn modelId="{DD4C2B06-4D03-4A49-A73E-8E4F83F441E9}" type="presParOf" srcId="{10F50450-F14E-4C7A-B8AA-3E042120D84E}" destId="{40F47583-C020-4B68-B7A7-FE553F937BB7}" srcOrd="2" destOrd="0" presId="urn:microsoft.com/office/officeart/2018/2/layout/IconCircleList"/>
    <dgm:cxn modelId="{8C3B8C84-4B1D-4208-BE91-E8342E40AE1D}" type="presParOf" srcId="{10F50450-F14E-4C7A-B8AA-3E042120D84E}" destId="{1601BB29-300D-4473-A199-467D59B6917D}" srcOrd="3" destOrd="0" presId="urn:microsoft.com/office/officeart/2018/2/layout/IconCircleList"/>
    <dgm:cxn modelId="{0E6A9542-D176-422A-B097-88861BB2ECE1}" type="presParOf" srcId="{2BBEB873-CEB7-4029-B0B7-AC9AF0650D44}" destId="{444ADB01-8359-4926-813B-FADB409BEEEB}" srcOrd="1" destOrd="0" presId="urn:microsoft.com/office/officeart/2018/2/layout/IconCircleList"/>
    <dgm:cxn modelId="{B2E3E8A4-C00B-41B1-8BCA-F6D3172790F9}" type="presParOf" srcId="{2BBEB873-CEB7-4029-B0B7-AC9AF0650D44}" destId="{96A316E3-CDD9-4B34-B533-21904F071A34}" srcOrd="2" destOrd="0" presId="urn:microsoft.com/office/officeart/2018/2/layout/IconCircleList"/>
    <dgm:cxn modelId="{ED4AA48D-00FC-472E-AD19-564BE8EDA800}" type="presParOf" srcId="{96A316E3-CDD9-4B34-B533-21904F071A34}" destId="{C059D135-3D53-41D3-BB12-DFC6CCFB5AFA}" srcOrd="0" destOrd="0" presId="urn:microsoft.com/office/officeart/2018/2/layout/IconCircleList"/>
    <dgm:cxn modelId="{75B7DE09-757B-43ED-8DD0-61E81150C01F}" type="presParOf" srcId="{96A316E3-CDD9-4B34-B533-21904F071A34}" destId="{08DA02E3-C8C8-4646-96DD-CF4F9A5FFE3F}" srcOrd="1" destOrd="0" presId="urn:microsoft.com/office/officeart/2018/2/layout/IconCircleList"/>
    <dgm:cxn modelId="{C4D8A337-0EAE-46D0-8102-8EFA58E9CAC7}" type="presParOf" srcId="{96A316E3-CDD9-4B34-B533-21904F071A34}" destId="{40E71CA3-EF60-40DB-9BBB-F03734BEE810}" srcOrd="2" destOrd="0" presId="urn:microsoft.com/office/officeart/2018/2/layout/IconCircleList"/>
    <dgm:cxn modelId="{D7A2BE52-0BD0-417E-878E-9978DCE8800C}" type="presParOf" srcId="{96A316E3-CDD9-4B34-B533-21904F071A34}" destId="{2E5C85F0-EA59-432C-9865-2AC3C1602588}" srcOrd="3" destOrd="0" presId="urn:microsoft.com/office/officeart/2018/2/layout/IconCircleList"/>
    <dgm:cxn modelId="{5478B25D-6D36-416E-9D98-0ECD63DC9CE9}" type="presParOf" srcId="{2BBEB873-CEB7-4029-B0B7-AC9AF0650D44}" destId="{8ADA3E3C-430A-4585-A773-B74C73C65A64}" srcOrd="3" destOrd="0" presId="urn:microsoft.com/office/officeart/2018/2/layout/IconCircleList"/>
    <dgm:cxn modelId="{8FF80344-9211-4D7B-94F9-DDDEFBD66BF8}" type="presParOf" srcId="{2BBEB873-CEB7-4029-B0B7-AC9AF0650D44}" destId="{4DA8BC84-7BB4-40AE-8F77-062DAA1BF0C5}" srcOrd="4" destOrd="0" presId="urn:microsoft.com/office/officeart/2018/2/layout/IconCircleList"/>
    <dgm:cxn modelId="{2DB13ABA-E139-4767-9774-A9849F84B450}" type="presParOf" srcId="{4DA8BC84-7BB4-40AE-8F77-062DAA1BF0C5}" destId="{7429D1CF-3331-4401-9C95-FAFB6201C0A0}" srcOrd="0" destOrd="0" presId="urn:microsoft.com/office/officeart/2018/2/layout/IconCircleList"/>
    <dgm:cxn modelId="{E24B0498-8543-4B47-9644-6F66364ADA5F}" type="presParOf" srcId="{4DA8BC84-7BB4-40AE-8F77-062DAA1BF0C5}" destId="{D203AA58-014D-4475-BBF7-D5631C50EC91}" srcOrd="1" destOrd="0" presId="urn:microsoft.com/office/officeart/2018/2/layout/IconCircleList"/>
    <dgm:cxn modelId="{D2B0326A-FC47-4476-83BD-F76FBD5C036F}" type="presParOf" srcId="{4DA8BC84-7BB4-40AE-8F77-062DAA1BF0C5}" destId="{E07288AA-78D2-4A79-9517-F376E394EFC4}" srcOrd="2" destOrd="0" presId="urn:microsoft.com/office/officeart/2018/2/layout/IconCircleList"/>
    <dgm:cxn modelId="{E91853D1-2141-418E-9DAB-2EB5A859F6B8}" type="presParOf" srcId="{4DA8BC84-7BB4-40AE-8F77-062DAA1BF0C5}" destId="{09B95976-15F0-4A2F-A31A-0C1E9B40570B}" srcOrd="3" destOrd="0" presId="urn:microsoft.com/office/officeart/2018/2/layout/IconCircleList"/>
    <dgm:cxn modelId="{C679DCDB-80D4-4596-BFBB-954922359094}" type="presParOf" srcId="{2BBEB873-CEB7-4029-B0B7-AC9AF0650D44}" destId="{B28F1F8E-3FCB-49A9-9D10-1E4C7B1E9C28}" srcOrd="5" destOrd="0" presId="urn:microsoft.com/office/officeart/2018/2/layout/IconCircleList"/>
    <dgm:cxn modelId="{FFC7BF37-3A00-4E90-A3F5-D2B3FD382E1D}" type="presParOf" srcId="{2BBEB873-CEB7-4029-B0B7-AC9AF0650D44}" destId="{3F15F137-B393-4AD5-B7D3-264C678A7909}" srcOrd="6" destOrd="0" presId="urn:microsoft.com/office/officeart/2018/2/layout/IconCircleList"/>
    <dgm:cxn modelId="{61A12A67-4493-46DF-8FE2-9F55931F41A9}" type="presParOf" srcId="{3F15F137-B393-4AD5-B7D3-264C678A7909}" destId="{B784407F-D53C-4BBE-98DF-248D8968260F}" srcOrd="0" destOrd="0" presId="urn:microsoft.com/office/officeart/2018/2/layout/IconCircleList"/>
    <dgm:cxn modelId="{226FFDA9-3874-44F8-A001-08E35BB36B25}" type="presParOf" srcId="{3F15F137-B393-4AD5-B7D3-264C678A7909}" destId="{7649C8CC-29F8-4555-B22F-6D2126979E88}" srcOrd="1" destOrd="0" presId="urn:microsoft.com/office/officeart/2018/2/layout/IconCircleList"/>
    <dgm:cxn modelId="{B9FA72CC-E621-4C44-A7FA-85728158F7FA}" type="presParOf" srcId="{3F15F137-B393-4AD5-B7D3-264C678A7909}" destId="{2C865846-1FDF-4C7F-BECB-6DB5633A2DE8}" srcOrd="2" destOrd="0" presId="urn:microsoft.com/office/officeart/2018/2/layout/IconCircleList"/>
    <dgm:cxn modelId="{B497FA27-2977-44B4-966A-9A58A1F6AECB}" type="presParOf" srcId="{3F15F137-B393-4AD5-B7D3-264C678A7909}" destId="{26C936E3-C79A-40BF-8AAE-7A8183B16AE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75A9D6-9CE6-4536-A90A-D8631D4B881C}">
      <dsp:nvSpPr>
        <dsp:cNvPr id="0" name=""/>
        <dsp:cNvSpPr/>
      </dsp:nvSpPr>
      <dsp:spPr>
        <a:xfrm>
          <a:off x="0" y="524917"/>
          <a:ext cx="846296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47229B-BE3A-4501-A614-650C573E5E8F}">
      <dsp:nvSpPr>
        <dsp:cNvPr id="0" name=""/>
        <dsp:cNvSpPr/>
      </dsp:nvSpPr>
      <dsp:spPr>
        <a:xfrm>
          <a:off x="423148" y="37837"/>
          <a:ext cx="5924074" cy="974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916" tIns="0" rIns="223916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Personal expense tracking system</a:t>
          </a:r>
        </a:p>
      </dsp:txBody>
      <dsp:txXfrm>
        <a:off x="470703" y="85392"/>
        <a:ext cx="5828964" cy="879050"/>
      </dsp:txXfrm>
    </dsp:sp>
    <dsp:sp modelId="{553347CC-6C65-4287-9E8B-1940E15099E4}">
      <dsp:nvSpPr>
        <dsp:cNvPr id="0" name=""/>
        <dsp:cNvSpPr/>
      </dsp:nvSpPr>
      <dsp:spPr>
        <a:xfrm>
          <a:off x="0" y="2021797"/>
          <a:ext cx="846296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388F86-9754-4F75-9929-AE14E095EDE0}">
      <dsp:nvSpPr>
        <dsp:cNvPr id="0" name=""/>
        <dsp:cNvSpPr/>
      </dsp:nvSpPr>
      <dsp:spPr>
        <a:xfrm>
          <a:off x="423148" y="1534717"/>
          <a:ext cx="5924074" cy="9741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916" tIns="0" rIns="223916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Add and manage expenses</a:t>
          </a:r>
        </a:p>
      </dsp:txBody>
      <dsp:txXfrm>
        <a:off x="470703" y="1582272"/>
        <a:ext cx="5828964" cy="879050"/>
      </dsp:txXfrm>
    </dsp:sp>
    <dsp:sp modelId="{D97FA9A5-982A-4A32-B589-FB56CD6D4CAA}">
      <dsp:nvSpPr>
        <dsp:cNvPr id="0" name=""/>
        <dsp:cNvSpPr/>
      </dsp:nvSpPr>
      <dsp:spPr>
        <a:xfrm>
          <a:off x="0" y="3518677"/>
          <a:ext cx="846296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59279-E79A-4996-8A7F-C0C26C75935E}">
      <dsp:nvSpPr>
        <dsp:cNvPr id="0" name=""/>
        <dsp:cNvSpPr/>
      </dsp:nvSpPr>
      <dsp:spPr>
        <a:xfrm>
          <a:off x="423148" y="3031597"/>
          <a:ext cx="5924074" cy="9741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916" tIns="0" rIns="223916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Analyze spending habits</a:t>
          </a:r>
        </a:p>
      </dsp:txBody>
      <dsp:txXfrm>
        <a:off x="470703" y="3079152"/>
        <a:ext cx="5828964" cy="879050"/>
      </dsp:txXfrm>
    </dsp:sp>
    <dsp:sp modelId="{A2D42C04-D8D8-4A70-BD17-049F1BE28D57}">
      <dsp:nvSpPr>
        <dsp:cNvPr id="0" name=""/>
        <dsp:cNvSpPr/>
      </dsp:nvSpPr>
      <dsp:spPr>
        <a:xfrm>
          <a:off x="0" y="5015557"/>
          <a:ext cx="846296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A740B3-CD21-4CED-B15F-0B5E49F6CC10}">
      <dsp:nvSpPr>
        <dsp:cNvPr id="0" name=""/>
        <dsp:cNvSpPr/>
      </dsp:nvSpPr>
      <dsp:spPr>
        <a:xfrm>
          <a:off x="423148" y="4528477"/>
          <a:ext cx="5924074" cy="974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916" tIns="0" rIns="223916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Interactive dashboard</a:t>
          </a:r>
        </a:p>
      </dsp:txBody>
      <dsp:txXfrm>
        <a:off x="470703" y="4576032"/>
        <a:ext cx="5828964" cy="879050"/>
      </dsp:txXfrm>
    </dsp:sp>
    <dsp:sp modelId="{E80A081D-CED0-4060-85D0-848AA50C3E2B}">
      <dsp:nvSpPr>
        <dsp:cNvPr id="0" name=""/>
        <dsp:cNvSpPr/>
      </dsp:nvSpPr>
      <dsp:spPr>
        <a:xfrm>
          <a:off x="0" y="6512437"/>
          <a:ext cx="846296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39F75-F8EE-4DE1-9C42-C8C04E3221B2}">
      <dsp:nvSpPr>
        <dsp:cNvPr id="0" name=""/>
        <dsp:cNvSpPr/>
      </dsp:nvSpPr>
      <dsp:spPr>
        <a:xfrm>
          <a:off x="423148" y="6025357"/>
          <a:ext cx="5924074" cy="9741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916" tIns="0" rIns="223916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Persistent data storage</a:t>
          </a:r>
        </a:p>
      </dsp:txBody>
      <dsp:txXfrm>
        <a:off x="470703" y="6072912"/>
        <a:ext cx="5828964" cy="879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FB01C-44CA-4CBB-918B-9F64028441AF}">
      <dsp:nvSpPr>
        <dsp:cNvPr id="0" name=""/>
        <dsp:cNvSpPr/>
      </dsp:nvSpPr>
      <dsp:spPr>
        <a:xfrm>
          <a:off x="0" y="0"/>
          <a:ext cx="846296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85332-859B-439B-A0EC-93D83BBF7678}">
      <dsp:nvSpPr>
        <dsp:cNvPr id="0" name=""/>
        <dsp:cNvSpPr/>
      </dsp:nvSpPr>
      <dsp:spPr>
        <a:xfrm>
          <a:off x="0" y="0"/>
          <a:ext cx="8462963" cy="92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✅Add expenses with category, amount, date, and description</a:t>
          </a:r>
        </a:p>
      </dsp:txBody>
      <dsp:txXfrm>
        <a:off x="0" y="0"/>
        <a:ext cx="8462963" cy="922734"/>
      </dsp:txXfrm>
    </dsp:sp>
    <dsp:sp modelId="{77F4E88C-229A-41DC-A59F-43495FD7BF1F}">
      <dsp:nvSpPr>
        <dsp:cNvPr id="0" name=""/>
        <dsp:cNvSpPr/>
      </dsp:nvSpPr>
      <dsp:spPr>
        <a:xfrm>
          <a:off x="0" y="922734"/>
          <a:ext cx="8462963" cy="0"/>
        </a:xfrm>
        <a:prstGeom prst="line">
          <a:avLst/>
        </a:prstGeom>
        <a:solidFill>
          <a:schemeClr val="accent2">
            <a:hueOff val="-366884"/>
            <a:satOff val="4215"/>
            <a:lumOff val="1288"/>
            <a:alphaOff val="0"/>
          </a:schemeClr>
        </a:solidFill>
        <a:ln w="15875" cap="flat" cmpd="sng" algn="ctr">
          <a:solidFill>
            <a:schemeClr val="accent2">
              <a:hueOff val="-366884"/>
              <a:satOff val="4215"/>
              <a:lumOff val="12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B5031-C2D5-48F4-8F5F-A626D112048A}">
      <dsp:nvSpPr>
        <dsp:cNvPr id="0" name=""/>
        <dsp:cNvSpPr/>
      </dsp:nvSpPr>
      <dsp:spPr>
        <a:xfrm>
          <a:off x="0" y="922734"/>
          <a:ext cx="8462963" cy="92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✅ Spending breakdown by category</a:t>
          </a:r>
        </a:p>
      </dsp:txBody>
      <dsp:txXfrm>
        <a:off x="0" y="922734"/>
        <a:ext cx="8462963" cy="922734"/>
      </dsp:txXfrm>
    </dsp:sp>
    <dsp:sp modelId="{A25DF1D9-7720-4ECF-A85F-1DBDCDA82E83}">
      <dsp:nvSpPr>
        <dsp:cNvPr id="0" name=""/>
        <dsp:cNvSpPr/>
      </dsp:nvSpPr>
      <dsp:spPr>
        <a:xfrm>
          <a:off x="0" y="1845468"/>
          <a:ext cx="8462963" cy="0"/>
        </a:xfrm>
        <a:prstGeom prst="line">
          <a:avLst/>
        </a:prstGeom>
        <a:solidFill>
          <a:schemeClr val="accent2">
            <a:hueOff val="-733769"/>
            <a:satOff val="8431"/>
            <a:lumOff val="2577"/>
            <a:alphaOff val="0"/>
          </a:schemeClr>
        </a:solidFill>
        <a:ln w="15875" cap="flat" cmpd="sng" algn="ctr">
          <a:solidFill>
            <a:schemeClr val="accent2">
              <a:hueOff val="-733769"/>
              <a:satOff val="8431"/>
              <a:lumOff val="25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792E1-4343-4541-BA29-FB9954165BFF}">
      <dsp:nvSpPr>
        <dsp:cNvPr id="0" name=""/>
        <dsp:cNvSpPr/>
      </dsp:nvSpPr>
      <dsp:spPr>
        <a:xfrm>
          <a:off x="0" y="1845468"/>
          <a:ext cx="8462963" cy="92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✅ Monthly spending trend analysis</a:t>
          </a:r>
        </a:p>
      </dsp:txBody>
      <dsp:txXfrm>
        <a:off x="0" y="1845468"/>
        <a:ext cx="8462963" cy="922734"/>
      </dsp:txXfrm>
    </dsp:sp>
    <dsp:sp modelId="{68CA6AF3-BDF7-473A-8B77-6DA6F7E9E04E}">
      <dsp:nvSpPr>
        <dsp:cNvPr id="0" name=""/>
        <dsp:cNvSpPr/>
      </dsp:nvSpPr>
      <dsp:spPr>
        <a:xfrm>
          <a:off x="0" y="2768203"/>
          <a:ext cx="8462963" cy="0"/>
        </a:xfrm>
        <a:prstGeom prst="line">
          <a:avLst/>
        </a:prstGeom>
        <a:solidFill>
          <a:schemeClr val="accent2">
            <a:hueOff val="-1100653"/>
            <a:satOff val="12646"/>
            <a:lumOff val="3865"/>
            <a:alphaOff val="0"/>
          </a:schemeClr>
        </a:solidFill>
        <a:ln w="15875" cap="flat" cmpd="sng" algn="ctr">
          <a:solidFill>
            <a:schemeClr val="accent2">
              <a:hueOff val="-1100653"/>
              <a:satOff val="12646"/>
              <a:lumOff val="38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A307C-B6BF-4437-97E9-CB0B3203A34F}">
      <dsp:nvSpPr>
        <dsp:cNvPr id="0" name=""/>
        <dsp:cNvSpPr/>
      </dsp:nvSpPr>
      <dsp:spPr>
        <a:xfrm>
          <a:off x="0" y="2768203"/>
          <a:ext cx="8462963" cy="92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✅ Total expenses and expense count</a:t>
          </a:r>
        </a:p>
      </dsp:txBody>
      <dsp:txXfrm>
        <a:off x="0" y="2768203"/>
        <a:ext cx="8462963" cy="922734"/>
      </dsp:txXfrm>
    </dsp:sp>
    <dsp:sp modelId="{F00642FA-1AE5-4B47-B147-5D3E9B3AC93E}">
      <dsp:nvSpPr>
        <dsp:cNvPr id="0" name=""/>
        <dsp:cNvSpPr/>
      </dsp:nvSpPr>
      <dsp:spPr>
        <a:xfrm>
          <a:off x="0" y="3690937"/>
          <a:ext cx="8462963" cy="0"/>
        </a:xfrm>
        <a:prstGeom prst="line">
          <a:avLst/>
        </a:prstGeom>
        <a:solidFill>
          <a:schemeClr val="accent2">
            <a:hueOff val="-1467538"/>
            <a:satOff val="16861"/>
            <a:lumOff val="5154"/>
            <a:alphaOff val="0"/>
          </a:schemeClr>
        </a:solidFill>
        <a:ln w="15875" cap="flat" cmpd="sng" algn="ctr">
          <a:solidFill>
            <a:schemeClr val="accent2">
              <a:hueOff val="-1467538"/>
              <a:satOff val="16861"/>
              <a:lumOff val="515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D961A-8149-44A3-AB84-041A529C2ABB}">
      <dsp:nvSpPr>
        <dsp:cNvPr id="0" name=""/>
        <dsp:cNvSpPr/>
      </dsp:nvSpPr>
      <dsp:spPr>
        <a:xfrm>
          <a:off x="0" y="3690937"/>
          <a:ext cx="8462963" cy="92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✅ Highest and lowest spending categories</a:t>
          </a:r>
        </a:p>
      </dsp:txBody>
      <dsp:txXfrm>
        <a:off x="0" y="3690937"/>
        <a:ext cx="8462963" cy="922734"/>
      </dsp:txXfrm>
    </dsp:sp>
    <dsp:sp modelId="{5854A4C0-C5EE-4082-8C15-F514AF361F32}">
      <dsp:nvSpPr>
        <dsp:cNvPr id="0" name=""/>
        <dsp:cNvSpPr/>
      </dsp:nvSpPr>
      <dsp:spPr>
        <a:xfrm>
          <a:off x="0" y="4613671"/>
          <a:ext cx="8462963" cy="0"/>
        </a:xfrm>
        <a:prstGeom prst="line">
          <a:avLst/>
        </a:prstGeom>
        <a:solidFill>
          <a:schemeClr val="accent2">
            <a:hueOff val="-1834422"/>
            <a:satOff val="21076"/>
            <a:lumOff val="6442"/>
            <a:alphaOff val="0"/>
          </a:schemeClr>
        </a:solidFill>
        <a:ln w="15875" cap="flat" cmpd="sng" algn="ctr">
          <a:solidFill>
            <a:schemeClr val="accent2">
              <a:hueOff val="-1834422"/>
              <a:satOff val="21076"/>
              <a:lumOff val="64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3FAB2-146A-4AD3-B531-8C29DB6E816D}">
      <dsp:nvSpPr>
        <dsp:cNvPr id="0" name=""/>
        <dsp:cNvSpPr/>
      </dsp:nvSpPr>
      <dsp:spPr>
        <a:xfrm>
          <a:off x="0" y="4613671"/>
          <a:ext cx="8462963" cy="92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✅ Delete expense entries</a:t>
          </a:r>
        </a:p>
      </dsp:txBody>
      <dsp:txXfrm>
        <a:off x="0" y="4613671"/>
        <a:ext cx="8462963" cy="922734"/>
      </dsp:txXfrm>
    </dsp:sp>
    <dsp:sp modelId="{94F0E4CE-D0A2-4857-B85D-8806A0FC10D5}">
      <dsp:nvSpPr>
        <dsp:cNvPr id="0" name=""/>
        <dsp:cNvSpPr/>
      </dsp:nvSpPr>
      <dsp:spPr>
        <a:xfrm>
          <a:off x="0" y="5536406"/>
          <a:ext cx="8462963" cy="0"/>
        </a:xfrm>
        <a:prstGeom prst="line">
          <a:avLst/>
        </a:prstGeom>
        <a:solidFill>
          <a:schemeClr val="accent2">
            <a:hueOff val="-2201307"/>
            <a:satOff val="25292"/>
            <a:lumOff val="7731"/>
            <a:alphaOff val="0"/>
          </a:schemeClr>
        </a:solidFill>
        <a:ln w="15875" cap="flat" cmpd="sng" algn="ctr">
          <a:solidFill>
            <a:schemeClr val="accent2">
              <a:hueOff val="-2201307"/>
              <a:satOff val="25292"/>
              <a:lumOff val="77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CCD39-6528-4BB1-B5E6-8FF06DC93510}">
      <dsp:nvSpPr>
        <dsp:cNvPr id="0" name=""/>
        <dsp:cNvSpPr/>
      </dsp:nvSpPr>
      <dsp:spPr>
        <a:xfrm>
          <a:off x="0" y="5536406"/>
          <a:ext cx="8462963" cy="92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✅ CSV-based persistent storage</a:t>
          </a:r>
        </a:p>
      </dsp:txBody>
      <dsp:txXfrm>
        <a:off x="0" y="5536406"/>
        <a:ext cx="8462963" cy="922734"/>
      </dsp:txXfrm>
    </dsp:sp>
    <dsp:sp modelId="{A1EB94AB-B8B9-4B4D-84ED-C3EC662313C9}">
      <dsp:nvSpPr>
        <dsp:cNvPr id="0" name=""/>
        <dsp:cNvSpPr/>
      </dsp:nvSpPr>
      <dsp:spPr>
        <a:xfrm>
          <a:off x="0" y="6459140"/>
          <a:ext cx="8462963" cy="0"/>
        </a:xfrm>
        <a:prstGeom prst="line">
          <a:avLst/>
        </a:prstGeom>
        <a:solidFill>
          <a:schemeClr val="accent2">
            <a:hueOff val="-2568191"/>
            <a:satOff val="29507"/>
            <a:lumOff val="9019"/>
            <a:alphaOff val="0"/>
          </a:schemeClr>
        </a:solidFill>
        <a:ln w="15875" cap="flat" cmpd="sng" algn="ctr">
          <a:solidFill>
            <a:schemeClr val="accent2">
              <a:hueOff val="-2568191"/>
              <a:satOff val="29507"/>
              <a:lumOff val="90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B5C78-7F32-4318-B4E0-72D4CDEA3C0C}">
      <dsp:nvSpPr>
        <dsp:cNvPr id="0" name=""/>
        <dsp:cNvSpPr/>
      </dsp:nvSpPr>
      <dsp:spPr>
        <a:xfrm>
          <a:off x="0" y="6459140"/>
          <a:ext cx="8462963" cy="92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✅ Auto-seeded with sample expenses</a:t>
          </a:r>
        </a:p>
      </dsp:txBody>
      <dsp:txXfrm>
        <a:off x="0" y="6459140"/>
        <a:ext cx="8462963" cy="9227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1E5CA-D51E-4872-8898-B39AC5C11676}">
      <dsp:nvSpPr>
        <dsp:cNvPr id="0" name=""/>
        <dsp:cNvSpPr/>
      </dsp:nvSpPr>
      <dsp:spPr>
        <a:xfrm>
          <a:off x="0" y="0"/>
          <a:ext cx="11226902" cy="10861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Single-process Java web application</a:t>
          </a:r>
        </a:p>
      </dsp:txBody>
      <dsp:txXfrm>
        <a:off x="31812" y="31812"/>
        <a:ext cx="9927799" cy="1022511"/>
      </dsp:txXfrm>
    </dsp:sp>
    <dsp:sp modelId="{AD6351D5-BCFC-41B7-B306-78DA37596E53}">
      <dsp:nvSpPr>
        <dsp:cNvPr id="0" name=""/>
        <dsp:cNvSpPr/>
      </dsp:nvSpPr>
      <dsp:spPr>
        <a:xfrm>
          <a:off x="838372" y="1236987"/>
          <a:ext cx="11226902" cy="10861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Uses Java built-in HTTP server</a:t>
          </a:r>
        </a:p>
      </dsp:txBody>
      <dsp:txXfrm>
        <a:off x="870184" y="1268799"/>
        <a:ext cx="9618917" cy="1022511"/>
      </dsp:txXfrm>
    </dsp:sp>
    <dsp:sp modelId="{90978F8E-DF54-47B1-9B93-D46B913861EF}">
      <dsp:nvSpPr>
        <dsp:cNvPr id="0" name=""/>
        <dsp:cNvSpPr/>
      </dsp:nvSpPr>
      <dsp:spPr>
        <a:xfrm>
          <a:off x="1676745" y="2473975"/>
          <a:ext cx="11226902" cy="10861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No Spring Boot</a:t>
          </a:r>
        </a:p>
      </dsp:txBody>
      <dsp:txXfrm>
        <a:off x="1708557" y="2505787"/>
        <a:ext cx="9618917" cy="1022511"/>
      </dsp:txXfrm>
    </dsp:sp>
    <dsp:sp modelId="{1C5A7E71-8F9A-4F9B-86AF-94F83877F3FB}">
      <dsp:nvSpPr>
        <dsp:cNvPr id="0" name=""/>
        <dsp:cNvSpPr/>
      </dsp:nvSpPr>
      <dsp:spPr>
        <a:xfrm>
          <a:off x="2515117" y="3710963"/>
          <a:ext cx="11226902" cy="10861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No Maven or Gradle</a:t>
          </a:r>
        </a:p>
      </dsp:txBody>
      <dsp:txXfrm>
        <a:off x="2546929" y="3742775"/>
        <a:ext cx="9618917" cy="1022511"/>
      </dsp:txXfrm>
    </dsp:sp>
    <dsp:sp modelId="{2EAA9418-504F-4EDE-BC15-753B673CDE01}">
      <dsp:nvSpPr>
        <dsp:cNvPr id="0" name=""/>
        <dsp:cNvSpPr/>
      </dsp:nvSpPr>
      <dsp:spPr>
        <a:xfrm>
          <a:off x="3353490" y="4947951"/>
          <a:ext cx="11226902" cy="108613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Lightweight deployment</a:t>
          </a:r>
        </a:p>
      </dsp:txBody>
      <dsp:txXfrm>
        <a:off x="3385302" y="4979763"/>
        <a:ext cx="9618917" cy="1022511"/>
      </dsp:txXfrm>
    </dsp:sp>
    <dsp:sp modelId="{F42AEE82-7EB3-4124-A2D4-5987FD0F8EA7}">
      <dsp:nvSpPr>
        <dsp:cNvPr id="0" name=""/>
        <dsp:cNvSpPr/>
      </dsp:nvSpPr>
      <dsp:spPr>
        <a:xfrm>
          <a:off x="10520914" y="793482"/>
          <a:ext cx="705988" cy="7059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10679761" y="793482"/>
        <a:ext cx="388294" cy="531256"/>
      </dsp:txXfrm>
    </dsp:sp>
    <dsp:sp modelId="{723128E3-C8EC-4EAE-9751-8D9625E9557D}">
      <dsp:nvSpPr>
        <dsp:cNvPr id="0" name=""/>
        <dsp:cNvSpPr/>
      </dsp:nvSpPr>
      <dsp:spPr>
        <a:xfrm>
          <a:off x="11359287" y="2030470"/>
          <a:ext cx="705988" cy="70598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11518134" y="2030470"/>
        <a:ext cx="388294" cy="531256"/>
      </dsp:txXfrm>
    </dsp:sp>
    <dsp:sp modelId="{DAE04939-C57C-4D45-9DF4-12EE5DB69820}">
      <dsp:nvSpPr>
        <dsp:cNvPr id="0" name=""/>
        <dsp:cNvSpPr/>
      </dsp:nvSpPr>
      <dsp:spPr>
        <a:xfrm>
          <a:off x="12197659" y="3249355"/>
          <a:ext cx="705988" cy="70598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12356506" y="3249355"/>
        <a:ext cx="388294" cy="531256"/>
      </dsp:txXfrm>
    </dsp:sp>
    <dsp:sp modelId="{B4E5E390-0D97-4C8F-A40B-CD0A04020129}">
      <dsp:nvSpPr>
        <dsp:cNvPr id="0" name=""/>
        <dsp:cNvSpPr/>
      </dsp:nvSpPr>
      <dsp:spPr>
        <a:xfrm>
          <a:off x="13036032" y="4498411"/>
          <a:ext cx="705988" cy="705988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13194879" y="4498411"/>
        <a:ext cx="388294" cy="5312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7F79CD-8B3C-4B85-B820-ED127F549D4D}">
      <dsp:nvSpPr>
        <dsp:cNvPr id="0" name=""/>
        <dsp:cNvSpPr/>
      </dsp:nvSpPr>
      <dsp:spPr>
        <a:xfrm>
          <a:off x="0" y="901"/>
          <a:ext cx="846296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993AC-96B9-42A5-95C4-2AE4330F856E}">
      <dsp:nvSpPr>
        <dsp:cNvPr id="0" name=""/>
        <dsp:cNvSpPr/>
      </dsp:nvSpPr>
      <dsp:spPr>
        <a:xfrm>
          <a:off x="0" y="901"/>
          <a:ext cx="8462963" cy="147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790" tIns="224790" rIns="224790" bIns="224790" numCol="1" spcCol="1270" anchor="t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>
              <a:latin typeface="Canva Sans"/>
              <a:ea typeface="Canva Sans"/>
              <a:cs typeface="Canva Sans"/>
              <a:sym typeface="Canva Sans"/>
            </a:rPr>
            <a:t>In-memory ArrayList</a:t>
          </a:r>
          <a:endParaRPr lang="en-US" sz="5900" kern="1200"/>
        </a:p>
      </dsp:txBody>
      <dsp:txXfrm>
        <a:off x="0" y="901"/>
        <a:ext cx="8462963" cy="1476014"/>
      </dsp:txXfrm>
    </dsp:sp>
    <dsp:sp modelId="{1E87F2B7-36A8-493C-B4E9-EEF0CBC931CC}">
      <dsp:nvSpPr>
        <dsp:cNvPr id="0" name=""/>
        <dsp:cNvSpPr/>
      </dsp:nvSpPr>
      <dsp:spPr>
        <a:xfrm>
          <a:off x="0" y="1476915"/>
          <a:ext cx="8462963" cy="0"/>
        </a:xfrm>
        <a:prstGeom prst="line">
          <a:avLst/>
        </a:prstGeom>
        <a:solidFill>
          <a:schemeClr val="accent2">
            <a:hueOff val="-642048"/>
            <a:satOff val="7377"/>
            <a:lumOff val="2255"/>
            <a:alphaOff val="0"/>
          </a:schemeClr>
        </a:solidFill>
        <a:ln w="15875" cap="flat" cmpd="sng" algn="ctr">
          <a:solidFill>
            <a:schemeClr val="accent2">
              <a:hueOff val="-642048"/>
              <a:satOff val="7377"/>
              <a:lumOff val="22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7C47F4-840A-4B8C-AE3E-9B7A8B84FE19}">
      <dsp:nvSpPr>
        <dsp:cNvPr id="0" name=""/>
        <dsp:cNvSpPr/>
      </dsp:nvSpPr>
      <dsp:spPr>
        <a:xfrm>
          <a:off x="0" y="1476915"/>
          <a:ext cx="8462963" cy="147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790" tIns="224790" rIns="224790" bIns="224790" numCol="1" spcCol="1270" anchor="t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>
              <a:latin typeface="Canva Sans"/>
              <a:ea typeface="Canva Sans"/>
              <a:cs typeface="Canva Sans"/>
              <a:sym typeface="Canva Sans"/>
            </a:rPr>
            <a:t>CSV file persistence</a:t>
          </a:r>
        </a:p>
      </dsp:txBody>
      <dsp:txXfrm>
        <a:off x="0" y="1476915"/>
        <a:ext cx="8462963" cy="1476014"/>
      </dsp:txXfrm>
    </dsp:sp>
    <dsp:sp modelId="{8446EB53-BE2E-489B-BE90-A44BCAEFEE64}">
      <dsp:nvSpPr>
        <dsp:cNvPr id="0" name=""/>
        <dsp:cNvSpPr/>
      </dsp:nvSpPr>
      <dsp:spPr>
        <a:xfrm>
          <a:off x="0" y="2952930"/>
          <a:ext cx="8462963" cy="0"/>
        </a:xfrm>
        <a:prstGeom prst="line">
          <a:avLst/>
        </a:prstGeom>
        <a:solidFill>
          <a:schemeClr val="accent2">
            <a:hueOff val="-1284095"/>
            <a:satOff val="14753"/>
            <a:lumOff val="4510"/>
            <a:alphaOff val="0"/>
          </a:schemeClr>
        </a:solidFill>
        <a:ln w="15875" cap="flat" cmpd="sng" algn="ctr">
          <a:solidFill>
            <a:schemeClr val="accent2">
              <a:hueOff val="-1284095"/>
              <a:satOff val="14753"/>
              <a:lumOff val="45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9442D-9607-4041-A5C2-4697708C5B53}">
      <dsp:nvSpPr>
        <dsp:cNvPr id="0" name=""/>
        <dsp:cNvSpPr/>
      </dsp:nvSpPr>
      <dsp:spPr>
        <a:xfrm>
          <a:off x="0" y="2952930"/>
          <a:ext cx="8462963" cy="147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790" tIns="224790" rIns="224790" bIns="224790" numCol="1" spcCol="1270" anchor="t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>
              <a:latin typeface="Canva Sans"/>
              <a:ea typeface="Canva Sans"/>
              <a:cs typeface="Canva Sans"/>
              <a:sym typeface="Canva Sans"/>
            </a:rPr>
            <a:t>Auto-save on updates</a:t>
          </a:r>
        </a:p>
      </dsp:txBody>
      <dsp:txXfrm>
        <a:off x="0" y="2952930"/>
        <a:ext cx="8462963" cy="1476014"/>
      </dsp:txXfrm>
    </dsp:sp>
    <dsp:sp modelId="{E618E8F6-25A5-45E8-B1EE-F4D9635E0B58}">
      <dsp:nvSpPr>
        <dsp:cNvPr id="0" name=""/>
        <dsp:cNvSpPr/>
      </dsp:nvSpPr>
      <dsp:spPr>
        <a:xfrm>
          <a:off x="0" y="4428944"/>
          <a:ext cx="8462963" cy="0"/>
        </a:xfrm>
        <a:prstGeom prst="line">
          <a:avLst/>
        </a:prstGeom>
        <a:solidFill>
          <a:schemeClr val="accent2">
            <a:hueOff val="-1926143"/>
            <a:satOff val="22130"/>
            <a:lumOff val="6764"/>
            <a:alphaOff val="0"/>
          </a:schemeClr>
        </a:solidFill>
        <a:ln w="15875" cap="flat" cmpd="sng" algn="ctr">
          <a:solidFill>
            <a:schemeClr val="accent2">
              <a:hueOff val="-1926143"/>
              <a:satOff val="22130"/>
              <a:lumOff val="67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830D8-9319-43A1-AB75-18512AB7191C}">
      <dsp:nvSpPr>
        <dsp:cNvPr id="0" name=""/>
        <dsp:cNvSpPr/>
      </dsp:nvSpPr>
      <dsp:spPr>
        <a:xfrm>
          <a:off x="0" y="4428944"/>
          <a:ext cx="8462963" cy="147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790" tIns="224790" rIns="224790" bIns="224790" numCol="1" spcCol="1270" anchor="t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>
              <a:latin typeface="Canva Sans"/>
              <a:ea typeface="Canva Sans"/>
              <a:cs typeface="Canva Sans"/>
              <a:sym typeface="Canva Sans"/>
            </a:rPr>
            <a:t>Auto-load on startup</a:t>
          </a:r>
        </a:p>
      </dsp:txBody>
      <dsp:txXfrm>
        <a:off x="0" y="4428944"/>
        <a:ext cx="8462963" cy="1476014"/>
      </dsp:txXfrm>
    </dsp:sp>
    <dsp:sp modelId="{07B786C4-5FCB-4040-8D10-FF9A8EC11128}">
      <dsp:nvSpPr>
        <dsp:cNvPr id="0" name=""/>
        <dsp:cNvSpPr/>
      </dsp:nvSpPr>
      <dsp:spPr>
        <a:xfrm>
          <a:off x="0" y="5904959"/>
          <a:ext cx="8462963" cy="0"/>
        </a:xfrm>
        <a:prstGeom prst="line">
          <a:avLst/>
        </a:prstGeom>
        <a:solidFill>
          <a:schemeClr val="accent2">
            <a:hueOff val="-2568191"/>
            <a:satOff val="29507"/>
            <a:lumOff val="9019"/>
            <a:alphaOff val="0"/>
          </a:schemeClr>
        </a:solidFill>
        <a:ln w="15875" cap="flat" cmpd="sng" algn="ctr">
          <a:solidFill>
            <a:schemeClr val="accent2">
              <a:hueOff val="-2568191"/>
              <a:satOff val="29507"/>
              <a:lumOff val="90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FC922-C574-4259-9E66-E1201234EFA3}">
      <dsp:nvSpPr>
        <dsp:cNvPr id="0" name=""/>
        <dsp:cNvSpPr/>
      </dsp:nvSpPr>
      <dsp:spPr>
        <a:xfrm>
          <a:off x="0" y="5904959"/>
          <a:ext cx="8462963" cy="147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790" tIns="224790" rIns="224790" bIns="224790" numCol="1" spcCol="1270" anchor="t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>
              <a:latin typeface="Canva Sans"/>
              <a:ea typeface="Canva Sans"/>
              <a:cs typeface="Canva Sans"/>
              <a:sym typeface="Canva Sans"/>
            </a:rPr>
            <a:t>No database required</a:t>
          </a:r>
          <a:endParaRPr lang="en-US" sz="5900" kern="1200"/>
        </a:p>
      </dsp:txBody>
      <dsp:txXfrm>
        <a:off x="0" y="5904959"/>
        <a:ext cx="8462963" cy="14760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60640-C7D0-44B4-8789-C19240DE69D5}">
      <dsp:nvSpPr>
        <dsp:cNvPr id="0" name=""/>
        <dsp:cNvSpPr/>
      </dsp:nvSpPr>
      <dsp:spPr>
        <a:xfrm>
          <a:off x="0" y="901"/>
          <a:ext cx="8462963" cy="210859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78042E-8229-4359-BE78-9641679FB60E}">
      <dsp:nvSpPr>
        <dsp:cNvPr id="0" name=""/>
        <dsp:cNvSpPr/>
      </dsp:nvSpPr>
      <dsp:spPr>
        <a:xfrm>
          <a:off x="637849" y="475334"/>
          <a:ext cx="1159725" cy="11597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1B190-AB43-499F-9A99-BD164344E34B}">
      <dsp:nvSpPr>
        <dsp:cNvPr id="0" name=""/>
        <dsp:cNvSpPr/>
      </dsp:nvSpPr>
      <dsp:spPr>
        <a:xfrm>
          <a:off x="2435424" y="901"/>
          <a:ext cx="6027538" cy="2108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159" tIns="223159" rIns="223159" bIns="22315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  <a:latin typeface="Canva Sans"/>
              <a:ea typeface="Canva Sans"/>
              <a:cs typeface="Canva Sans"/>
              <a:sym typeface="Canva Sans"/>
            </a:rPr>
            <a:t>📊 Doughnut chart → Spending by category</a:t>
          </a:r>
          <a:endParaRPr lang="en-US" sz="2500" kern="1200" dirty="0">
            <a:solidFill>
              <a:schemeClr val="tx1"/>
            </a:solidFill>
          </a:endParaRPr>
        </a:p>
      </dsp:txBody>
      <dsp:txXfrm>
        <a:off x="2435424" y="901"/>
        <a:ext cx="6027538" cy="2108592"/>
      </dsp:txXfrm>
    </dsp:sp>
    <dsp:sp modelId="{F52CFAD8-0EB6-4F10-B1B9-2A08094EB2F0}">
      <dsp:nvSpPr>
        <dsp:cNvPr id="0" name=""/>
        <dsp:cNvSpPr/>
      </dsp:nvSpPr>
      <dsp:spPr>
        <a:xfrm>
          <a:off x="0" y="2636641"/>
          <a:ext cx="8462963" cy="210859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E48C22-6B9C-43C7-9983-249ECCF1FE1A}">
      <dsp:nvSpPr>
        <dsp:cNvPr id="0" name=""/>
        <dsp:cNvSpPr/>
      </dsp:nvSpPr>
      <dsp:spPr>
        <a:xfrm>
          <a:off x="637849" y="3111074"/>
          <a:ext cx="1159725" cy="11597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61F7F-427D-4361-8FFD-C19AD52873A7}">
      <dsp:nvSpPr>
        <dsp:cNvPr id="0" name=""/>
        <dsp:cNvSpPr/>
      </dsp:nvSpPr>
      <dsp:spPr>
        <a:xfrm>
          <a:off x="2435424" y="2636641"/>
          <a:ext cx="6027538" cy="2108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159" tIns="223159" rIns="223159" bIns="22315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chemeClr val="tx1"/>
              </a:solidFill>
              <a:latin typeface="Canva Sans"/>
              <a:ea typeface="Canva Sans"/>
              <a:cs typeface="Canva Sans"/>
              <a:sym typeface="Canva Sans"/>
            </a:rPr>
            <a:t>📈 Bar chart → Monthly spending trend</a:t>
          </a:r>
        </a:p>
      </dsp:txBody>
      <dsp:txXfrm>
        <a:off x="2435424" y="2636641"/>
        <a:ext cx="6027538" cy="2108592"/>
      </dsp:txXfrm>
    </dsp:sp>
    <dsp:sp modelId="{9BA6B457-F3B7-4730-A28D-2197E68D74BE}">
      <dsp:nvSpPr>
        <dsp:cNvPr id="0" name=""/>
        <dsp:cNvSpPr/>
      </dsp:nvSpPr>
      <dsp:spPr>
        <a:xfrm>
          <a:off x="0" y="5272381"/>
          <a:ext cx="8462963" cy="210859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129041-8E78-43BE-90C8-3B7008EE53B8}">
      <dsp:nvSpPr>
        <dsp:cNvPr id="0" name=""/>
        <dsp:cNvSpPr/>
      </dsp:nvSpPr>
      <dsp:spPr>
        <a:xfrm>
          <a:off x="637849" y="5746814"/>
          <a:ext cx="1159725" cy="11597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8336F-6C5D-4FEF-A94C-012D3D3236DF}">
      <dsp:nvSpPr>
        <dsp:cNvPr id="0" name=""/>
        <dsp:cNvSpPr/>
      </dsp:nvSpPr>
      <dsp:spPr>
        <a:xfrm>
          <a:off x="2435424" y="5272381"/>
          <a:ext cx="6027538" cy="2108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159" tIns="223159" rIns="223159" bIns="22315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chemeClr val="tx1"/>
              </a:solidFill>
              <a:latin typeface="Canva Sans"/>
              <a:ea typeface="Canva Sans"/>
              <a:cs typeface="Canva Sans"/>
              <a:sym typeface="Canva Sans"/>
            </a:rPr>
            <a:t>💰 Expense statistics</a:t>
          </a:r>
        </a:p>
      </dsp:txBody>
      <dsp:txXfrm>
        <a:off x="2435424" y="5272381"/>
        <a:ext cx="6027538" cy="21085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B6F28-251B-490D-B5C3-09F977FB7C26}">
      <dsp:nvSpPr>
        <dsp:cNvPr id="0" name=""/>
        <dsp:cNvSpPr/>
      </dsp:nvSpPr>
      <dsp:spPr>
        <a:xfrm>
          <a:off x="72642" y="1962319"/>
          <a:ext cx="1101158" cy="110115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DC52C9-E54F-4095-9ABF-4A8FF09FDB97}">
      <dsp:nvSpPr>
        <dsp:cNvPr id="0" name=""/>
        <dsp:cNvSpPr/>
      </dsp:nvSpPr>
      <dsp:spPr>
        <a:xfrm>
          <a:off x="303885" y="2193563"/>
          <a:ext cx="638671" cy="638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5E256-5BA6-4228-AB4D-9C797817C622}">
      <dsp:nvSpPr>
        <dsp:cNvPr id="0" name=""/>
        <dsp:cNvSpPr/>
      </dsp:nvSpPr>
      <dsp:spPr>
        <a:xfrm>
          <a:off x="1409763" y="1962319"/>
          <a:ext cx="2595587" cy="1101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Install Java JDK 25+</a:t>
          </a:r>
        </a:p>
      </dsp:txBody>
      <dsp:txXfrm>
        <a:off x="1409763" y="1962319"/>
        <a:ext cx="2595587" cy="1101158"/>
      </dsp:txXfrm>
    </dsp:sp>
    <dsp:sp modelId="{0421C34B-B48E-4E24-A5BD-766C69144A41}">
      <dsp:nvSpPr>
        <dsp:cNvPr id="0" name=""/>
        <dsp:cNvSpPr/>
      </dsp:nvSpPr>
      <dsp:spPr>
        <a:xfrm>
          <a:off x="4457612" y="1962319"/>
          <a:ext cx="1101158" cy="110115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FC7B8C-B1E1-41D2-BBBE-EFF0D1C46F48}">
      <dsp:nvSpPr>
        <dsp:cNvPr id="0" name=""/>
        <dsp:cNvSpPr/>
      </dsp:nvSpPr>
      <dsp:spPr>
        <a:xfrm>
          <a:off x="4688855" y="2193563"/>
          <a:ext cx="638671" cy="638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59F708-985C-4520-95A4-479DB0A84510}">
      <dsp:nvSpPr>
        <dsp:cNvPr id="0" name=""/>
        <dsp:cNvSpPr/>
      </dsp:nvSpPr>
      <dsp:spPr>
        <a:xfrm>
          <a:off x="5794733" y="1962319"/>
          <a:ext cx="2595587" cy="1101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Compile Java source files </a:t>
          </a:r>
          <a:endParaRPr lang="en-US" sz="2400" kern="1200">
            <a:latin typeface="Canva Sans"/>
            <a:ea typeface="Canva Sans"/>
            <a:cs typeface="Canva Sans"/>
            <a:sym typeface="Canva Sans"/>
          </a:endParaRPr>
        </a:p>
      </dsp:txBody>
      <dsp:txXfrm>
        <a:off x="5794733" y="1962319"/>
        <a:ext cx="2595587" cy="1101158"/>
      </dsp:txXfrm>
    </dsp:sp>
    <dsp:sp modelId="{C2094519-E34B-49C7-A55B-B7718D158ADA}">
      <dsp:nvSpPr>
        <dsp:cNvPr id="0" name=""/>
        <dsp:cNvSpPr/>
      </dsp:nvSpPr>
      <dsp:spPr>
        <a:xfrm>
          <a:off x="72642" y="4318396"/>
          <a:ext cx="1101158" cy="110115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7A1B60-41DD-4506-A3A8-2619A071CFF1}">
      <dsp:nvSpPr>
        <dsp:cNvPr id="0" name=""/>
        <dsp:cNvSpPr/>
      </dsp:nvSpPr>
      <dsp:spPr>
        <a:xfrm>
          <a:off x="303885" y="4549640"/>
          <a:ext cx="638671" cy="638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6653B-6E66-45DE-8A9F-1AFB3B68C82C}">
      <dsp:nvSpPr>
        <dsp:cNvPr id="0" name=""/>
        <dsp:cNvSpPr/>
      </dsp:nvSpPr>
      <dsp:spPr>
        <a:xfrm>
          <a:off x="1409763" y="4318396"/>
          <a:ext cx="2595587" cy="1101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nva Sans"/>
              <a:ea typeface="Canva Sans"/>
              <a:cs typeface="Canva Sans"/>
              <a:sym typeface="Canva Sans"/>
            </a:rPr>
            <a:t>Run the application</a:t>
          </a:r>
        </a:p>
      </dsp:txBody>
      <dsp:txXfrm>
        <a:off x="1409763" y="4318396"/>
        <a:ext cx="2595587" cy="1101158"/>
      </dsp:txXfrm>
    </dsp:sp>
    <dsp:sp modelId="{BAAAFC19-BE23-4D01-88D5-DCD0E697E620}">
      <dsp:nvSpPr>
        <dsp:cNvPr id="0" name=""/>
        <dsp:cNvSpPr/>
      </dsp:nvSpPr>
      <dsp:spPr>
        <a:xfrm>
          <a:off x="4457612" y="4318396"/>
          <a:ext cx="1101158" cy="110115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0CA32-DE6A-4A68-9A19-373C4ED2C2C6}">
      <dsp:nvSpPr>
        <dsp:cNvPr id="0" name=""/>
        <dsp:cNvSpPr/>
      </dsp:nvSpPr>
      <dsp:spPr>
        <a:xfrm>
          <a:off x="4688855" y="4549640"/>
          <a:ext cx="638671" cy="638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65F55-0EC6-4764-8983-CD49C05C2051}">
      <dsp:nvSpPr>
        <dsp:cNvPr id="0" name=""/>
        <dsp:cNvSpPr/>
      </dsp:nvSpPr>
      <dsp:spPr>
        <a:xfrm>
          <a:off x="5794733" y="4318396"/>
          <a:ext cx="2595587" cy="1101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Open browser at localhost:8080</a:t>
          </a:r>
          <a:endParaRPr lang="en-US" sz="2400" kern="1200">
            <a:latin typeface="Canva Sans"/>
            <a:ea typeface="Canva Sans"/>
            <a:cs typeface="Canva Sans"/>
            <a:sym typeface="Canva Sans"/>
          </a:endParaRPr>
        </a:p>
      </dsp:txBody>
      <dsp:txXfrm>
        <a:off x="5794733" y="4318396"/>
        <a:ext cx="2595587" cy="11011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E3E62-A692-4E6C-B039-5B9C15BDC021}">
      <dsp:nvSpPr>
        <dsp:cNvPr id="0" name=""/>
        <dsp:cNvSpPr/>
      </dsp:nvSpPr>
      <dsp:spPr>
        <a:xfrm>
          <a:off x="2769420" y="3946"/>
          <a:ext cx="8137397" cy="51672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5285BF-3DDE-43A9-B432-00DB63824A9C}">
      <dsp:nvSpPr>
        <dsp:cNvPr id="0" name=""/>
        <dsp:cNvSpPr/>
      </dsp:nvSpPr>
      <dsp:spPr>
        <a:xfrm>
          <a:off x="3673575" y="862893"/>
          <a:ext cx="8137397" cy="51672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Seeded with 15 sample expenses</a:t>
          </a:r>
        </a:p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Tested adding expenses</a:t>
          </a:r>
        </a:p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Tested deleting expenses</a:t>
          </a:r>
        </a:p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Verified chart rendering</a:t>
          </a:r>
        </a:p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Verified CSV persistence</a:t>
          </a:r>
        </a:p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 dirty="0"/>
        </a:p>
      </dsp:txBody>
      <dsp:txXfrm>
        <a:off x="3824918" y="1014236"/>
        <a:ext cx="7834711" cy="486456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E3E62-A692-4E6C-B039-5B9C15BDC021}">
      <dsp:nvSpPr>
        <dsp:cNvPr id="0" name=""/>
        <dsp:cNvSpPr/>
      </dsp:nvSpPr>
      <dsp:spPr>
        <a:xfrm>
          <a:off x="2769420" y="3946"/>
          <a:ext cx="8137397" cy="51672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5285BF-3DDE-43A9-B432-00DB63824A9C}">
      <dsp:nvSpPr>
        <dsp:cNvPr id="0" name=""/>
        <dsp:cNvSpPr/>
      </dsp:nvSpPr>
      <dsp:spPr>
        <a:xfrm>
          <a:off x="3673575" y="862893"/>
          <a:ext cx="8137397" cy="51672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>
              <a:solidFill>
                <a:schemeClr val="tx1"/>
              </a:solidFill>
              <a:latin typeface="Canva Sans"/>
              <a:ea typeface="Canva Sans"/>
              <a:cs typeface="Canva Sans"/>
              <a:sym typeface="Canva Sans"/>
            </a:rPr>
            <a:t>No database allowed</a:t>
          </a:r>
        </a:p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/>
            <a:buNone/>
          </a:pPr>
          <a:r>
            <a:rPr lang="en-US" sz="5700" kern="1200">
              <a:solidFill>
                <a:schemeClr val="tx1"/>
              </a:solidFill>
              <a:latin typeface="Canva Sans"/>
              <a:ea typeface="Canva Sans"/>
              <a:cs typeface="Canva Sans"/>
              <a:sym typeface="Canva Sans"/>
            </a:rPr>
            <a:t>Real-time UI updates</a:t>
          </a:r>
        </a:p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/>
            <a:buNone/>
          </a:pPr>
          <a:r>
            <a:rPr lang="en-US" sz="5700" kern="1200">
              <a:solidFill>
                <a:schemeClr val="tx1"/>
              </a:solidFill>
              <a:latin typeface="Canva Sans"/>
              <a:ea typeface="Canva Sans"/>
              <a:cs typeface="Canva Sans"/>
              <a:sym typeface="Canva Sans"/>
            </a:rPr>
            <a:t>Maintaining persistence</a:t>
          </a:r>
          <a:endParaRPr lang="en-US" sz="5700" kern="1200" dirty="0">
            <a:solidFill>
              <a:schemeClr val="tx1"/>
            </a:solidFill>
          </a:endParaRPr>
        </a:p>
      </dsp:txBody>
      <dsp:txXfrm>
        <a:off x="3824918" y="1014236"/>
        <a:ext cx="7834711" cy="486456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38B0B1-C832-443D-8BE1-2633BF12E12F}">
      <dsp:nvSpPr>
        <dsp:cNvPr id="0" name=""/>
        <dsp:cNvSpPr/>
      </dsp:nvSpPr>
      <dsp:spPr>
        <a:xfrm>
          <a:off x="0" y="1498632"/>
          <a:ext cx="4100735" cy="2603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AD3B8-B6B3-4425-BC11-517C2D379770}">
      <dsp:nvSpPr>
        <dsp:cNvPr id="0" name=""/>
        <dsp:cNvSpPr/>
      </dsp:nvSpPr>
      <dsp:spPr>
        <a:xfrm>
          <a:off x="455637" y="1931487"/>
          <a:ext cx="4100735" cy="2603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Expense.java → Data model</a:t>
          </a:r>
        </a:p>
      </dsp:txBody>
      <dsp:txXfrm>
        <a:off x="531905" y="2007755"/>
        <a:ext cx="3948199" cy="2451431"/>
      </dsp:txXfrm>
    </dsp:sp>
    <dsp:sp modelId="{F2EEA9C6-B0C7-4291-ABC1-1B16B74E8DE8}">
      <dsp:nvSpPr>
        <dsp:cNvPr id="0" name=""/>
        <dsp:cNvSpPr/>
      </dsp:nvSpPr>
      <dsp:spPr>
        <a:xfrm>
          <a:off x="5012010" y="1498632"/>
          <a:ext cx="4100735" cy="2603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31D2D-470A-4553-80E4-3E7C21A11B8A}">
      <dsp:nvSpPr>
        <dsp:cNvPr id="0" name=""/>
        <dsp:cNvSpPr/>
      </dsp:nvSpPr>
      <dsp:spPr>
        <a:xfrm>
          <a:off x="5467647" y="1931487"/>
          <a:ext cx="4100735" cy="2603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ExpenseStore.java → Storage &amp; business logic</a:t>
          </a:r>
        </a:p>
      </dsp:txBody>
      <dsp:txXfrm>
        <a:off x="5543915" y="2007755"/>
        <a:ext cx="3948199" cy="2451431"/>
      </dsp:txXfrm>
    </dsp:sp>
    <dsp:sp modelId="{A472344A-E3D6-4066-941C-868F07C1AAA1}">
      <dsp:nvSpPr>
        <dsp:cNvPr id="0" name=""/>
        <dsp:cNvSpPr/>
      </dsp:nvSpPr>
      <dsp:spPr>
        <a:xfrm>
          <a:off x="10024020" y="1498632"/>
          <a:ext cx="4100735" cy="26039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16B19-7264-42D0-9D55-3F1B131E6252}">
      <dsp:nvSpPr>
        <dsp:cNvPr id="0" name=""/>
        <dsp:cNvSpPr/>
      </dsp:nvSpPr>
      <dsp:spPr>
        <a:xfrm>
          <a:off x="10479657" y="1931487"/>
          <a:ext cx="4100735" cy="26039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ExpenseTrackerApp.java → Server, API, and frontend</a:t>
          </a:r>
        </a:p>
      </dsp:txBody>
      <dsp:txXfrm>
        <a:off x="10555925" y="2007755"/>
        <a:ext cx="3948199" cy="245143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F64CE2-D29C-4662-A031-6E53F34C5BF8}">
      <dsp:nvSpPr>
        <dsp:cNvPr id="0" name=""/>
        <dsp:cNvSpPr/>
      </dsp:nvSpPr>
      <dsp:spPr>
        <a:xfrm>
          <a:off x="72642" y="1962319"/>
          <a:ext cx="1101158" cy="110115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6BF761-06D8-4D20-84BD-439031E35A19}">
      <dsp:nvSpPr>
        <dsp:cNvPr id="0" name=""/>
        <dsp:cNvSpPr/>
      </dsp:nvSpPr>
      <dsp:spPr>
        <a:xfrm>
          <a:off x="303885" y="2193563"/>
          <a:ext cx="638671" cy="638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1BB29-300D-4473-A199-467D59B6917D}">
      <dsp:nvSpPr>
        <dsp:cNvPr id="0" name=""/>
        <dsp:cNvSpPr/>
      </dsp:nvSpPr>
      <dsp:spPr>
        <a:xfrm>
          <a:off x="1409763" y="1962319"/>
          <a:ext cx="2595587" cy="1101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Lightweight Java web app</a:t>
          </a:r>
          <a:br>
            <a:rPr lang="en-US" sz="2200" kern="1200"/>
          </a:br>
          <a:endParaRPr lang="en-US" sz="2200" kern="1200"/>
        </a:p>
      </dsp:txBody>
      <dsp:txXfrm>
        <a:off x="1409763" y="1962319"/>
        <a:ext cx="2595587" cy="1101158"/>
      </dsp:txXfrm>
    </dsp:sp>
    <dsp:sp modelId="{C059D135-3D53-41D3-BB12-DFC6CCFB5AFA}">
      <dsp:nvSpPr>
        <dsp:cNvPr id="0" name=""/>
        <dsp:cNvSpPr/>
      </dsp:nvSpPr>
      <dsp:spPr>
        <a:xfrm>
          <a:off x="4457612" y="1962319"/>
          <a:ext cx="1101158" cy="110115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A02E3-C8C8-4646-96DD-CF4F9A5FFE3F}">
      <dsp:nvSpPr>
        <dsp:cNvPr id="0" name=""/>
        <dsp:cNvSpPr/>
      </dsp:nvSpPr>
      <dsp:spPr>
        <a:xfrm>
          <a:off x="4688855" y="2193563"/>
          <a:ext cx="638671" cy="638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5C85F0-EA59-432C-9865-2AC3C1602588}">
      <dsp:nvSpPr>
        <dsp:cNvPr id="0" name=""/>
        <dsp:cNvSpPr/>
      </dsp:nvSpPr>
      <dsp:spPr>
        <a:xfrm>
          <a:off x="5794733" y="1962319"/>
          <a:ext cx="2595587" cy="1101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Clean architecture</a:t>
          </a:r>
          <a:br>
            <a:rPr lang="en-US" sz="2200" kern="1200"/>
          </a:br>
          <a:endParaRPr lang="en-US" sz="2200" kern="1200">
            <a:latin typeface="Canva Sans"/>
            <a:ea typeface="Canva Sans"/>
            <a:cs typeface="Canva Sans"/>
            <a:sym typeface="Canva Sans"/>
          </a:endParaRPr>
        </a:p>
      </dsp:txBody>
      <dsp:txXfrm>
        <a:off x="5794733" y="1962319"/>
        <a:ext cx="2595587" cy="1101158"/>
      </dsp:txXfrm>
    </dsp:sp>
    <dsp:sp modelId="{7429D1CF-3331-4401-9C95-FAFB6201C0A0}">
      <dsp:nvSpPr>
        <dsp:cNvPr id="0" name=""/>
        <dsp:cNvSpPr/>
      </dsp:nvSpPr>
      <dsp:spPr>
        <a:xfrm>
          <a:off x="72642" y="4318396"/>
          <a:ext cx="1101158" cy="110115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03AA58-014D-4475-BBF7-D5631C50EC91}">
      <dsp:nvSpPr>
        <dsp:cNvPr id="0" name=""/>
        <dsp:cNvSpPr/>
      </dsp:nvSpPr>
      <dsp:spPr>
        <a:xfrm>
          <a:off x="303885" y="4549640"/>
          <a:ext cx="638671" cy="638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95976-15F0-4A2F-A31A-0C1E9B40570B}">
      <dsp:nvSpPr>
        <dsp:cNvPr id="0" name=""/>
        <dsp:cNvSpPr/>
      </dsp:nvSpPr>
      <dsp:spPr>
        <a:xfrm>
          <a:off x="1409763" y="4318396"/>
          <a:ext cx="2595587" cy="1101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Interactive analytics dashboard</a:t>
          </a:r>
          <a:br>
            <a:rPr lang="en-US" sz="2200" kern="1200"/>
          </a:br>
          <a:endParaRPr lang="en-US" sz="2200" kern="1200">
            <a:latin typeface="Canva Sans"/>
            <a:ea typeface="Canva Sans"/>
            <a:cs typeface="Canva Sans"/>
            <a:sym typeface="Canva Sans"/>
          </a:endParaRPr>
        </a:p>
      </dsp:txBody>
      <dsp:txXfrm>
        <a:off x="1409763" y="4318396"/>
        <a:ext cx="2595587" cy="1101158"/>
      </dsp:txXfrm>
    </dsp:sp>
    <dsp:sp modelId="{B784407F-D53C-4BBE-98DF-248D8968260F}">
      <dsp:nvSpPr>
        <dsp:cNvPr id="0" name=""/>
        <dsp:cNvSpPr/>
      </dsp:nvSpPr>
      <dsp:spPr>
        <a:xfrm>
          <a:off x="4457612" y="4318396"/>
          <a:ext cx="1101158" cy="110115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49C8CC-29F8-4555-B22F-6D2126979E88}">
      <dsp:nvSpPr>
        <dsp:cNvPr id="0" name=""/>
        <dsp:cNvSpPr/>
      </dsp:nvSpPr>
      <dsp:spPr>
        <a:xfrm>
          <a:off x="4688855" y="4549640"/>
          <a:ext cx="638671" cy="638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C936E3-C79A-40BF-8AAE-7A8183B16AE3}">
      <dsp:nvSpPr>
        <dsp:cNvPr id="0" name=""/>
        <dsp:cNvSpPr/>
      </dsp:nvSpPr>
      <dsp:spPr>
        <a:xfrm>
          <a:off x="5794733" y="4318396"/>
          <a:ext cx="2595587" cy="1101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Persistent expense tracking</a:t>
          </a:r>
          <a:endParaRPr lang="en-US" sz="2200" kern="1200">
            <a:latin typeface="Canva Sans"/>
            <a:ea typeface="Canva Sans"/>
            <a:cs typeface="Canva Sans"/>
            <a:sym typeface="Canva Sans"/>
          </a:endParaRPr>
        </a:p>
      </dsp:txBody>
      <dsp:txXfrm>
        <a:off x="5794733" y="4318396"/>
        <a:ext cx="2595587" cy="1101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440206"/>
            <a:ext cx="11658600" cy="2194560"/>
          </a:xfrm>
        </p:spPr>
        <p:txBody>
          <a:bodyPr anchor="ctr">
            <a:normAutofit/>
          </a:bodyPr>
          <a:lstStyle>
            <a:lvl1pPr algn="r">
              <a:defRPr sz="75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15900" y="7440206"/>
            <a:ext cx="4800600" cy="219456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7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85800" indent="0" algn="ctr">
              <a:buNone/>
              <a:defRPr sz="27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700"/>
            </a:lvl4pPr>
            <a:lvl5pPr marL="2743200" indent="0" algn="ctr">
              <a:buNone/>
              <a:defRPr sz="2700"/>
            </a:lvl5pPr>
            <a:lvl6pPr marL="3429000" indent="0" algn="ctr">
              <a:buNone/>
              <a:defRPr sz="2700"/>
            </a:lvl6pPr>
            <a:lvl7pPr marL="4114800" indent="0" algn="ctr">
              <a:buNone/>
              <a:defRPr sz="2700"/>
            </a:lvl7pPr>
            <a:lvl8pPr marL="4800600" indent="0" algn="ctr">
              <a:buNone/>
              <a:defRPr sz="2700"/>
            </a:lvl8pPr>
            <a:lvl9pPr marL="5486400" indent="0" algn="ctr">
              <a:buNone/>
              <a:defRPr sz="27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12580263" y="7896159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1"/>
            <a:ext cx="18288000" cy="6858002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14371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440206"/>
            <a:ext cx="11658600" cy="2194560"/>
          </a:xfrm>
        </p:spPr>
        <p:txBody>
          <a:bodyPr anchor="ctr">
            <a:normAutofit/>
          </a:bodyPr>
          <a:lstStyle>
            <a:lvl1pPr algn="r">
              <a:defRPr sz="7500" b="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15900" y="7440206"/>
            <a:ext cx="4800600" cy="219456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12580263" y="7896159"/>
            <a:ext cx="0" cy="13716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2"/>
            <a:ext cx="18288000" cy="6858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56492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192" y="877824"/>
            <a:ext cx="14580108" cy="22494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6191" y="3429000"/>
            <a:ext cx="713232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83980" y="3429000"/>
            <a:ext cx="713232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7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6192" y="3269454"/>
            <a:ext cx="7132320" cy="123444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450" b="0" cap="none" baseline="0">
                <a:solidFill>
                  <a:schemeClr val="accent1"/>
                </a:solidFill>
                <a:latin typeface="+mn-lt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6192" y="4451682"/>
            <a:ext cx="7132320" cy="5012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86332" y="3269454"/>
            <a:ext cx="7132320" cy="123444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345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marL="0" lvl="0" indent="0" algn="l" defTabSz="1371600" rtl="0" eaLnBrk="1" latinLnBrk="0" hangingPunct="1">
              <a:lnSpc>
                <a:spcPct val="90000"/>
              </a:lnSpc>
              <a:spcBef>
                <a:spcPts val="27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86332" y="4451682"/>
            <a:ext cx="7132320" cy="5012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6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3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47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536192" y="707264"/>
            <a:ext cx="6583680" cy="260604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0" y="1234440"/>
            <a:ext cx="8517636" cy="777697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6192" y="3386259"/>
            <a:ext cx="6583680" cy="56434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900"/>
              </a:spcBef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54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440207"/>
            <a:ext cx="11658600" cy="2194560"/>
          </a:xfrm>
        </p:spPr>
        <p:txBody>
          <a:bodyPr anchor="ctr">
            <a:normAutofit/>
          </a:bodyPr>
          <a:lstStyle>
            <a:lvl1pPr algn="r">
              <a:defRPr sz="75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2"/>
            <a:ext cx="18283428" cy="6858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5900" y="7440207"/>
            <a:ext cx="4800600" cy="219456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2580265" y="7896159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818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13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2" y="1143000"/>
            <a:ext cx="3943350" cy="81153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901" y="1143000"/>
            <a:ext cx="11372850" cy="8115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5087600" y="88895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19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6192" y="877824"/>
            <a:ext cx="14580108" cy="2249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6193" y="3429000"/>
            <a:ext cx="14580110" cy="603504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36194" y="9706056"/>
            <a:ext cx="3231215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4399" y="9706056"/>
            <a:ext cx="8852189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56000" y="9706056"/>
            <a:ext cx="1460501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6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1371600" rtl="0" eaLnBrk="1" latinLnBrk="0" hangingPunct="1">
        <a:lnSpc>
          <a:spcPct val="80000"/>
        </a:lnSpc>
        <a:spcBef>
          <a:spcPct val="0"/>
        </a:spcBef>
        <a:buNone/>
        <a:defRPr sz="7500" kern="1200" cap="all" spc="1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397764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165860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1824228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2043684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62EE7FF-9E9F-4A67-9F86-75151A96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11" y="0"/>
            <a:ext cx="18283089" cy="10288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4DDC5-79A1-0DF5-B2DD-D7F3969E1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87201" y="960120"/>
            <a:ext cx="9440533" cy="5478607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Expense Tracker Application </a:t>
            </a:r>
            <a:br>
              <a:rPr lang="en-US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</a:br>
            <a:endParaRPr lang="en-US" sz="6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54DA6-4EC3-2B8D-ADF3-09C9A8850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7286" y="6691062"/>
            <a:ext cx="9420448" cy="2629762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nva Sans"/>
                <a:ea typeface="Canva Sans"/>
                <a:cs typeface="Canva Sans"/>
                <a:sym typeface="Canva Sans"/>
              </a:rPr>
              <a:t>Somuadina  Egbulam | Full stack Java web app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9" name="Graphic 18" descr="Money">
            <a:extLst>
              <a:ext uri="{FF2B5EF4-FFF2-40B4-BE49-F238E27FC236}">
                <a16:creationId xmlns:a16="http://schemas.microsoft.com/office/drawing/2014/main" id="{7C2E2160-1B54-FE64-0A60-BC592D146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0998" y="2133923"/>
            <a:ext cx="5990913" cy="5990913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9A2B59D-5173-41AC-83C2-07213C352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64460" y="6582211"/>
            <a:ext cx="87782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301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965202" y="965200"/>
            <a:ext cx="5123418" cy="8356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spc="100" dirty="0">
                <a:latin typeface="+mj-lt"/>
                <a:ea typeface="+mj-ea"/>
                <a:cs typeface="+mj-cs"/>
                <a:sym typeface="Public Sans Bold"/>
              </a:rPr>
              <a:t>What is the Expense Tracker?</a:t>
            </a:r>
          </a:p>
        </p:txBody>
      </p:sp>
      <p:graphicFrame>
        <p:nvGraphicFramePr>
          <p:cNvPr id="19" name="TextBox 2">
            <a:extLst>
              <a:ext uri="{FF2B5EF4-FFF2-40B4-BE49-F238E27FC236}">
                <a16:creationId xmlns:a16="http://schemas.microsoft.com/office/drawing/2014/main" id="{72A9047F-F0CE-553B-502B-528B2CD637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911258"/>
              </p:ext>
            </p:extLst>
          </p:nvPr>
        </p:nvGraphicFramePr>
        <p:xfrm>
          <a:off x="8405812" y="1431132"/>
          <a:ext cx="8462963" cy="7381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271758-7AC4-4265-8775-DCDB97A1E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C0365A3-9839-4FC6-BFF6-7115C711F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72298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65202" y="965200"/>
            <a:ext cx="5123418" cy="8356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spc="100">
                <a:solidFill>
                  <a:srgbClr val="FFFFFF"/>
                </a:solidFill>
                <a:latin typeface="+mj-lt"/>
                <a:ea typeface="+mj-ea"/>
                <a:cs typeface="+mj-cs"/>
                <a:sym typeface="Public Sans Bold"/>
              </a:rPr>
              <a:t> Features Implemented</a:t>
            </a:r>
          </a:p>
        </p:txBody>
      </p:sp>
      <p:graphicFrame>
        <p:nvGraphicFramePr>
          <p:cNvPr id="7" name="TextBox 5">
            <a:extLst>
              <a:ext uri="{FF2B5EF4-FFF2-40B4-BE49-F238E27FC236}">
                <a16:creationId xmlns:a16="http://schemas.microsoft.com/office/drawing/2014/main" id="{2D2EC52A-7BDF-D5DF-B281-445FA72E61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5606099"/>
              </p:ext>
            </p:extLst>
          </p:nvPr>
        </p:nvGraphicFramePr>
        <p:xfrm>
          <a:off x="8405812" y="1431132"/>
          <a:ext cx="8462963" cy="7381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271758-7AC4-4265-8775-DCDB97A1E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/>
          <p:cNvSpPr txBox="1"/>
          <p:nvPr/>
        </p:nvSpPr>
        <p:spPr>
          <a:xfrm>
            <a:off x="1536192" y="877824"/>
            <a:ext cx="14580108" cy="2249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spc="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  <a:sym typeface="Public Sans Bold"/>
              </a:rPr>
              <a:t>Project Architecture</a:t>
            </a:r>
          </a:p>
        </p:txBody>
      </p:sp>
      <p:graphicFrame>
        <p:nvGraphicFramePr>
          <p:cNvPr id="16" name="TextBox 5">
            <a:extLst>
              <a:ext uri="{FF2B5EF4-FFF2-40B4-BE49-F238E27FC236}">
                <a16:creationId xmlns:a16="http://schemas.microsoft.com/office/drawing/2014/main" id="{06C111B4-244F-84F7-1DE9-99BD573F88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3572288"/>
              </p:ext>
            </p:extLst>
          </p:nvPr>
        </p:nvGraphicFramePr>
        <p:xfrm>
          <a:off x="1535907" y="3429000"/>
          <a:ext cx="14580393" cy="6034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54CCE-9C3E-D23E-3BDC-C4702487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71758-7AC4-4265-8775-DCDB97A1E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C0365A3-9839-4FC6-BFF6-7115C711F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72298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0098CE1A-8B38-45F9-917F-A54159B2D61B}"/>
              </a:ext>
            </a:extLst>
          </p:cNvPr>
          <p:cNvSpPr txBox="1"/>
          <p:nvPr/>
        </p:nvSpPr>
        <p:spPr>
          <a:xfrm>
            <a:off x="965202" y="965200"/>
            <a:ext cx="5123418" cy="8356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spc="100">
                <a:solidFill>
                  <a:srgbClr val="FFFFFF"/>
                </a:solidFill>
                <a:latin typeface="+mj-lt"/>
                <a:ea typeface="+mj-ea"/>
                <a:cs typeface="+mj-cs"/>
                <a:sym typeface="Public Sans Bold"/>
              </a:rPr>
              <a:t>Data Storage</a:t>
            </a:r>
          </a:p>
        </p:txBody>
      </p:sp>
      <p:graphicFrame>
        <p:nvGraphicFramePr>
          <p:cNvPr id="13" name="TextBox 4">
            <a:extLst>
              <a:ext uri="{FF2B5EF4-FFF2-40B4-BE49-F238E27FC236}">
                <a16:creationId xmlns:a16="http://schemas.microsoft.com/office/drawing/2014/main" id="{8F6943F2-3F60-5A17-3E2C-A4BABDFAC2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6838074"/>
              </p:ext>
            </p:extLst>
          </p:nvPr>
        </p:nvGraphicFramePr>
        <p:xfrm>
          <a:off x="8405812" y="1431132"/>
          <a:ext cx="8462963" cy="7381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9563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DFD03-D3A2-9896-972E-9CDEF91FC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D3BCBE5-F9C8-D6A3-7CD0-377A11E7E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F5CD265-525D-21DF-E2B2-B6C57BEE8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72298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512698F4-2054-8E2E-6651-9717DEB78854}"/>
              </a:ext>
            </a:extLst>
          </p:cNvPr>
          <p:cNvSpPr txBox="1"/>
          <p:nvPr/>
        </p:nvSpPr>
        <p:spPr>
          <a:xfrm>
            <a:off x="965202" y="965200"/>
            <a:ext cx="5123418" cy="8356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ts val="8518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Visualization</a:t>
            </a:r>
          </a:p>
        </p:txBody>
      </p:sp>
      <p:graphicFrame>
        <p:nvGraphicFramePr>
          <p:cNvPr id="13" name="TextBox 4">
            <a:extLst>
              <a:ext uri="{FF2B5EF4-FFF2-40B4-BE49-F238E27FC236}">
                <a16:creationId xmlns:a16="http://schemas.microsoft.com/office/drawing/2014/main" id="{1B4EE416-0C0D-EF6E-1225-34C0C355B5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9245126"/>
              </p:ext>
            </p:extLst>
          </p:nvPr>
        </p:nvGraphicFramePr>
        <p:xfrm>
          <a:off x="8405812" y="1431132"/>
          <a:ext cx="8462963" cy="7381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4050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1D1A7-D028-FBCA-CE59-8FBE9FE9D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CBEFE2-A939-93C6-60DD-FBDF7739D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>
            <a:extLst>
              <a:ext uri="{FF2B5EF4-FFF2-40B4-BE49-F238E27FC236}">
                <a16:creationId xmlns:a16="http://schemas.microsoft.com/office/drawing/2014/main" id="{CAF49B5D-8F8F-1E79-077E-7FE4355CA449}"/>
              </a:ext>
            </a:extLst>
          </p:cNvPr>
          <p:cNvSpPr txBox="1"/>
          <p:nvPr/>
        </p:nvSpPr>
        <p:spPr>
          <a:xfrm>
            <a:off x="1371600" y="2095500"/>
            <a:ext cx="14744700" cy="10317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Public Sans Bold"/>
                <a:ea typeface="Public Sans Bold"/>
                <a:cs typeface="Public Sans Bold"/>
                <a:sym typeface="Public Sans Bold"/>
              </a:rPr>
              <a:t>REST API Endpoints</a:t>
            </a:r>
          </a:p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Public Sans Bold"/>
                <a:ea typeface="Public Sans Bold"/>
                <a:cs typeface="Public Sans Bold"/>
                <a:sym typeface="Public Sans Bold"/>
              </a:rPr>
              <a:t>Backend API Design</a:t>
            </a:r>
          </a:p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en-US" sz="5400" b="1" dirty="0"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en-US" sz="5000" b="1" cap="all" spc="100" dirty="0">
              <a:latin typeface="+mj-lt"/>
              <a:ea typeface="+mj-ea"/>
              <a:cs typeface="+mj-cs"/>
              <a:sym typeface="Public Sans Bold"/>
            </a:endParaRP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E45F7370-8DB9-0320-62F7-170D6630D761}"/>
              </a:ext>
            </a:extLst>
          </p:cNvPr>
          <p:cNvSpPr/>
          <p:nvPr/>
        </p:nvSpPr>
        <p:spPr>
          <a:xfrm>
            <a:off x="1132114" y="3467100"/>
            <a:ext cx="11301259" cy="4040200"/>
          </a:xfrm>
          <a:custGeom>
            <a:avLst/>
            <a:gdLst/>
            <a:ahLst/>
            <a:cxnLst/>
            <a:rect l="l" t="t" r="r" b="b"/>
            <a:pathLst>
              <a:path w="11301259" h="4040200">
                <a:moveTo>
                  <a:pt x="0" y="0"/>
                </a:moveTo>
                <a:lnTo>
                  <a:pt x="11301259" y="0"/>
                </a:lnTo>
                <a:lnTo>
                  <a:pt x="11301259" y="4040201"/>
                </a:lnTo>
                <a:lnTo>
                  <a:pt x="0" y="4040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18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0114B-B91A-160C-0EBB-C2C6B4F0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19E6C7-45FE-8295-5A85-F8B5A63C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eform 4">
            <a:extLst>
              <a:ext uri="{FF2B5EF4-FFF2-40B4-BE49-F238E27FC236}">
                <a16:creationId xmlns:a16="http://schemas.microsoft.com/office/drawing/2014/main" id="{3FB3C36F-76F6-7653-B884-C6870838CAE0}"/>
              </a:ext>
            </a:extLst>
          </p:cNvPr>
          <p:cNvSpPr/>
          <p:nvPr/>
        </p:nvSpPr>
        <p:spPr>
          <a:xfrm>
            <a:off x="1115786" y="2781300"/>
            <a:ext cx="9158921" cy="5879817"/>
          </a:xfrm>
          <a:custGeom>
            <a:avLst/>
            <a:gdLst/>
            <a:ahLst/>
            <a:cxnLst/>
            <a:rect l="l" t="t" r="r" b="b"/>
            <a:pathLst>
              <a:path w="9158921" h="5270217">
                <a:moveTo>
                  <a:pt x="0" y="0"/>
                </a:moveTo>
                <a:lnTo>
                  <a:pt x="9158922" y="0"/>
                </a:lnTo>
                <a:lnTo>
                  <a:pt x="9158922" y="5270217"/>
                </a:lnTo>
                <a:lnTo>
                  <a:pt x="0" y="52702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4C4FC-9F29-7046-A22A-4123266F8F4D}"/>
              </a:ext>
            </a:extLst>
          </p:cNvPr>
          <p:cNvSpPr txBox="1"/>
          <p:nvPr/>
        </p:nvSpPr>
        <p:spPr>
          <a:xfrm>
            <a:off x="1447800" y="1266700"/>
            <a:ext cx="10058400" cy="105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8518"/>
              </a:lnSpc>
              <a:spcBef>
                <a:spcPct val="0"/>
              </a:spcBef>
            </a:pPr>
            <a:r>
              <a:rPr lang="en-US" sz="4800" b="1" dirty="0">
                <a:latin typeface="Public Sans Bold"/>
                <a:ea typeface="Public Sans Bold"/>
                <a:cs typeface="Public Sans Bold"/>
                <a:sym typeface="Public Sans Bold"/>
              </a:rPr>
              <a:t>Project Structure</a:t>
            </a:r>
          </a:p>
        </p:txBody>
      </p:sp>
    </p:spTree>
    <p:extLst>
      <p:ext uri="{BB962C8B-B14F-4D97-AF65-F5344CB8AC3E}">
        <p14:creationId xmlns:p14="http://schemas.microsoft.com/office/powerpoint/2010/main" val="427727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BE756-F0CA-5491-E25C-7EDFF1330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47807ED-8FC8-626D-6BE7-0302E8F4B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E2AC991-84F2-DF80-6DC0-7BA298CDF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72298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234D8A41-E75E-33F5-65B8-B6CBF18EAF48}"/>
              </a:ext>
            </a:extLst>
          </p:cNvPr>
          <p:cNvSpPr txBox="1"/>
          <p:nvPr/>
        </p:nvSpPr>
        <p:spPr>
          <a:xfrm>
            <a:off x="965202" y="965200"/>
            <a:ext cx="5123418" cy="8356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Running the Application:</a:t>
            </a:r>
          </a:p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How To Run</a:t>
            </a:r>
            <a:endParaRPr lang="en-US" sz="5000" b="1" cap="all" spc="100" dirty="0">
              <a:solidFill>
                <a:srgbClr val="FFFFFF"/>
              </a:solidFill>
              <a:latin typeface="+mj-lt"/>
              <a:ea typeface="+mj-ea"/>
              <a:cs typeface="+mj-cs"/>
              <a:sym typeface="Public Sans Bold"/>
            </a:endParaRPr>
          </a:p>
        </p:txBody>
      </p:sp>
      <p:graphicFrame>
        <p:nvGraphicFramePr>
          <p:cNvPr id="13" name="TextBox 4">
            <a:extLst>
              <a:ext uri="{FF2B5EF4-FFF2-40B4-BE49-F238E27FC236}">
                <a16:creationId xmlns:a16="http://schemas.microsoft.com/office/drawing/2014/main" id="{19AFE9D5-C972-4FA7-9F89-CDC84EB48B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1325893"/>
              </p:ext>
            </p:extLst>
          </p:nvPr>
        </p:nvGraphicFramePr>
        <p:xfrm>
          <a:off x="8405812" y="1431132"/>
          <a:ext cx="8462963" cy="7381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7448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94653-FC6A-36D4-E2D5-CF9A0258C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271758-7AC4-4265-8775-DCDB97A1E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>
            <a:extLst>
              <a:ext uri="{FF2B5EF4-FFF2-40B4-BE49-F238E27FC236}">
                <a16:creationId xmlns:a16="http://schemas.microsoft.com/office/drawing/2014/main" id="{7B5BC8BA-71D4-E1C9-E613-A2FB5D6BAD7C}"/>
              </a:ext>
            </a:extLst>
          </p:cNvPr>
          <p:cNvSpPr txBox="1"/>
          <p:nvPr/>
        </p:nvSpPr>
        <p:spPr>
          <a:xfrm>
            <a:off x="1536192" y="877824"/>
            <a:ext cx="14580108" cy="2249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spc="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  <a:sym typeface="Public Sans Bold"/>
              </a:rPr>
              <a:t>Testing &amp; Verification</a:t>
            </a:r>
          </a:p>
        </p:txBody>
      </p:sp>
      <p:graphicFrame>
        <p:nvGraphicFramePr>
          <p:cNvPr id="16" name="TextBox 5">
            <a:extLst>
              <a:ext uri="{FF2B5EF4-FFF2-40B4-BE49-F238E27FC236}">
                <a16:creationId xmlns:a16="http://schemas.microsoft.com/office/drawing/2014/main" id="{BD5737C2-A810-6B2E-DBD8-9B5D674679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3458834"/>
              </p:ext>
            </p:extLst>
          </p:nvPr>
        </p:nvGraphicFramePr>
        <p:xfrm>
          <a:off x="1535907" y="3429000"/>
          <a:ext cx="14580393" cy="6034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6952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7341D-00E9-3F26-71A9-BB17583DE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F06284-ECC4-130D-0258-3E1E8EF5C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>
            <a:extLst>
              <a:ext uri="{FF2B5EF4-FFF2-40B4-BE49-F238E27FC236}">
                <a16:creationId xmlns:a16="http://schemas.microsoft.com/office/drawing/2014/main" id="{157202AC-78DF-EBAE-DC6F-59D647816D90}"/>
              </a:ext>
            </a:extLst>
          </p:cNvPr>
          <p:cNvSpPr txBox="1"/>
          <p:nvPr/>
        </p:nvSpPr>
        <p:spPr>
          <a:xfrm>
            <a:off x="1536192" y="877824"/>
            <a:ext cx="14580108" cy="2249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  <a:sym typeface="Public Sans Bold"/>
              </a:rPr>
              <a:t>Challenges and Solution</a:t>
            </a:r>
          </a:p>
        </p:txBody>
      </p:sp>
      <p:graphicFrame>
        <p:nvGraphicFramePr>
          <p:cNvPr id="16" name="TextBox 5">
            <a:extLst>
              <a:ext uri="{FF2B5EF4-FFF2-40B4-BE49-F238E27FC236}">
                <a16:creationId xmlns:a16="http://schemas.microsoft.com/office/drawing/2014/main" id="{36E107B0-EBE4-25FC-F7DE-4D1EFA9A7F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5701468"/>
              </p:ext>
            </p:extLst>
          </p:nvPr>
        </p:nvGraphicFramePr>
        <p:xfrm>
          <a:off x="1535907" y="3429000"/>
          <a:ext cx="14580393" cy="6034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0027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271758-7AC4-4265-8775-DCDB97A1E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/>
          <p:cNvSpPr txBox="1"/>
          <p:nvPr/>
        </p:nvSpPr>
        <p:spPr>
          <a:xfrm>
            <a:off x="1536192" y="877824"/>
            <a:ext cx="14580108" cy="2249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  <a:sym typeface="Public Sans Bold"/>
              </a:rPr>
              <a:t>Design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02330" y="2925572"/>
            <a:ext cx="12107169" cy="996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8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84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3-Class Architecture Design</a:t>
            </a:r>
          </a:p>
        </p:txBody>
      </p:sp>
      <p:graphicFrame>
        <p:nvGraphicFramePr>
          <p:cNvPr id="13" name="TextBox 4">
            <a:extLst>
              <a:ext uri="{FF2B5EF4-FFF2-40B4-BE49-F238E27FC236}">
                <a16:creationId xmlns:a16="http://schemas.microsoft.com/office/drawing/2014/main" id="{0123240B-C74F-0CA7-857D-18D0C4FC69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7472159"/>
              </p:ext>
            </p:extLst>
          </p:nvPr>
        </p:nvGraphicFramePr>
        <p:xfrm>
          <a:off x="1535907" y="3429000"/>
          <a:ext cx="14580393" cy="6034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EB0AB-1CD2-9F07-872A-B7B7A11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621389-4C2F-31D9-F521-1B83047D7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C856FDD-C9E2-10DE-17FF-6B14D6D8A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72298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521E6314-9573-FB04-7772-40AD9B86E3D1}"/>
              </a:ext>
            </a:extLst>
          </p:cNvPr>
          <p:cNvSpPr txBox="1"/>
          <p:nvPr/>
        </p:nvSpPr>
        <p:spPr>
          <a:xfrm>
            <a:off x="965202" y="965200"/>
            <a:ext cx="5123418" cy="8356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ts val="8518"/>
              </a:lnSpc>
              <a:spcBef>
                <a:spcPct val="0"/>
              </a:spcBef>
            </a:pPr>
            <a:r>
              <a:rPr lang="en-US" sz="6084" b="1" dirty="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</a:t>
            </a:r>
          </a:p>
          <a:p>
            <a:pPr marL="420493" lvl="1" algn="just">
              <a:lnSpc>
                <a:spcPts val="5453"/>
              </a:lnSpc>
              <a:spcBef>
                <a:spcPct val="0"/>
              </a:spcBef>
            </a:pPr>
            <a:endParaRPr lang="en-US" sz="3895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aphicFrame>
        <p:nvGraphicFramePr>
          <p:cNvPr id="13" name="TextBox 4">
            <a:extLst>
              <a:ext uri="{FF2B5EF4-FFF2-40B4-BE49-F238E27FC236}">
                <a16:creationId xmlns:a16="http://schemas.microsoft.com/office/drawing/2014/main" id="{2205007A-AB79-F520-BBA0-F40A86C43D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1750329"/>
              </p:ext>
            </p:extLst>
          </p:nvPr>
        </p:nvGraphicFramePr>
        <p:xfrm>
          <a:off x="8405812" y="1431132"/>
          <a:ext cx="8462963" cy="7381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7474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3DEAEA-BFDB-410C-89E7-02514506C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2580263" y="7896159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B671-E1B2-4834-B3F6-E0A2D3BE8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6858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DE443D-9A89-4F4F-B174-24C80A1E6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4E3164-F487-4F42-9E73-153A80BE3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57997"/>
            <a:ext cx="18283428" cy="34283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685800" y="7440205"/>
            <a:ext cx="11658600" cy="2194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cap="all" spc="200">
                <a:solidFill>
                  <a:srgbClr val="FFFFFF"/>
                </a:solidFill>
                <a:latin typeface="+mj-lt"/>
                <a:ea typeface="+mj-ea"/>
                <a:cs typeface="+mj-cs"/>
                <a:sym typeface="Canva Sans"/>
              </a:rPr>
              <a:t>THANK YOU 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242AC699-8D92-7792-C748-F2162E522C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9804" y="960120"/>
            <a:ext cx="4959685" cy="495968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301547-2A66-4702-AF5D-6FD5ED317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2609760" y="7830318"/>
            <a:ext cx="0" cy="13716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Override1.xml><?xml version="1.0" encoding="utf-8"?>
<a:themeOverride xmlns:a="http://schemas.openxmlformats.org/drawingml/2006/main">
  <a:clrScheme name="Integral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99CB38"/>
    </a:accent1>
    <a:accent2>
      <a:srgbClr val="63A537"/>
    </a:accent2>
    <a:accent3>
      <a:srgbClr val="E6D024"/>
    </a:accent3>
    <a:accent4>
      <a:srgbClr val="CC9700"/>
    </a:accent4>
    <a:accent5>
      <a:srgbClr val="4EB3CF"/>
    </a:accent5>
    <a:accent6>
      <a:srgbClr val="378DA6"/>
    </a:accent6>
    <a:hlink>
      <a:srgbClr val="6B9F25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254</Words>
  <Application>Microsoft Office PowerPoint</Application>
  <PresentationFormat>Custom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Canva Sans</vt:lpstr>
      <vt:lpstr>Arial</vt:lpstr>
      <vt:lpstr>Public Sans Bold</vt:lpstr>
      <vt:lpstr>Tw Cen MT</vt:lpstr>
      <vt:lpstr>Wingdings 3</vt:lpstr>
      <vt:lpstr>Tw Cen MT Condensed</vt:lpstr>
      <vt:lpstr>Integral</vt:lpstr>
      <vt:lpstr>Expense Tracker Application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Expense Presentation</dc:title>
  <cp:lastModifiedBy>Egbulam, Somuadina O</cp:lastModifiedBy>
  <cp:revision>10</cp:revision>
  <dcterms:created xsi:type="dcterms:W3CDTF">2006-08-16T00:00:00Z</dcterms:created>
  <dcterms:modified xsi:type="dcterms:W3CDTF">2026-06-08T18:51:13Z</dcterms:modified>
  <dc:identifier>DAHMAXIvg1U</dc:identifier>
</cp:coreProperties>
</file>